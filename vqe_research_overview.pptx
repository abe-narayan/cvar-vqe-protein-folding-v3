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Its dev price, re-derived this sprint (L44): +0.0004 A on the lam = 0 chain (S10-4's figure reproduced) and +0.0018 A on the built chain, neither clearing its MDE; the benchmark half is bounded from the dev proxy without opening the benchmark (slide 4 notes).</a:t>
            </a:r>
          </a:p>
          <a:p/>
          <a:p>
            <a:r>
              <a:t>SOURCES (not spoken; token = value &lt;- artefact path [basis]):</a:t>
            </a:r>
          </a:p>
          <a:p>
            <a:r>
              <a:t>COMMON_MODE = 0.67577 &lt;- s23/results/errdecomp.json :: rows[*]/f_common (mean over 126) (DERIVED)</a:t>
            </a:r>
          </a:p>
          <a:p>
            <a:r>
              <a:t>CORPUS_FRAGMENTS = 6003 &lt;- s26/results/p_probe_esm.json :: n_fragments</a:t>
            </a:r>
          </a:p>
          <a:p>
            <a:r>
              <a:t>CORPUS_PEPTIDES = 787 &lt;- s26/results/p_probe_esm.json :: n_peptides</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LEAK_DEV_PRICE_ARM = 0.00175041 &lt;- s26/results/w_selfcopy_endpoint.json :: -A/ge06_mean_delta_all126/arm (clean minus production) [built_chain] (DERIVED)</a:t>
            </a:r>
          </a:p>
          <a:p>
            <a:r>
              <a:t>LEAK_DEV_PRICE_FIT = 0.000386789 &lt;- s26/results/w_selfcopy_endpoint.json :: -A/ge06_mean_delta_all126/fit (clean minus production, lam = 0 chain) [fit (lam = 0 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s26/results/p_probe_esm.json :: n_fragments</a:t>
            </a:r>
          </a:p>
          <a:p>
            <a:r>
              <a:t>CORPUS_PEPTIDES = 787 &lt;- s26/results/p_probe_esm.json :: n_peptides</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 Caveat that attaches to every benchmark figure (L44, L55, L58): 2/60 benchmark targets carry a verbatim self-copy in their fold model's training set; dev-proxy price 0.002 A; own-native envelope 0.028 A (mean CI) to 0.151 A (worst target) on the built chain under assumption A2; class MINOR (0.017 to 0.170 A) under every reading, against a benchmark CI half-width of 0.170; it cannot move the benchmark verdict either way.</a:t>
            </a:r>
          </a:p>
          <a:p/>
          <a:p>
            <a:r>
              <a:t>SOURCES (not spoken; token = value &lt;- artefact path [basis]):</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LEAK_BENCH_CI_HALF = 0.17 &lt;- s26/results/w_selfcopy_bound.json :: bench_ci_half</a:t>
            </a:r>
          </a:p>
          <a:p>
            <a:r>
              <a:t>LEAK_BOUND_ARM_MEANCI = 0.0277068 &lt;- s26/results/w_selfcopy_bound.json :: verdict/arm/envelope_readings_A/mean_ci_limit [built_chain]</a:t>
            </a:r>
          </a:p>
          <a:p>
            <a:r>
              <a:t>LEAK_BOUND_ARM_WORST = 0.151206 &lt;- s26/results/w_selfcopy_bound.json :: verdict/arm/envelope_readings_A/worst_target [built_chain]</a:t>
            </a:r>
          </a:p>
          <a:p>
            <a:r>
              <a:t>LEAK_CLASS = MINOR (0.017 to 0.170 A) &lt;- s26/results/w_selfcopy_bound.json :: verdict/arm/class_under_every_reading</a:t>
            </a:r>
          </a:p>
          <a:p>
            <a:r>
              <a:t>LEAK_DEV4_BOUND_ARM = 0.00227798 &lt;- s26/results/w_selfcopy_bound.json :: signed_bounds_gated/A_real4/arm (dev-proxy price, (2/60) x the signed max over the four dev self-copies) [built_chain]</a:t>
            </a:r>
          </a:p>
          <a:p>
            <a:r>
              <a:t>POOL_BEST = 1.71082 &lt;- bench_results/baseline_tuning126.json :: science/pool_best/mean [single_window]</a:t>
            </a:r>
          </a:p>
          <a:p>
            <a:r>
              <a:t>RANDOM75 = 3.42513 &lt;- s25/results/phys_suite.json :: random_null_rank/mean [point_cloud]</a:t>
            </a:r>
          </a:p>
          <a:p>
            <a:r>
              <a:t>SELFCOPY_BENCH = 2/60 &lt;- s26/results/i_identity_audit.json (count only, ledger L15/L18)</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a:t>
            </a:r>
          </a:p>
          <a:p/>
          <a:p>
            <a:r>
              <a:t>SOURCES (not spoken; token = value &lt;- artefact path [basis]):</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costs +0.0207 angstroms; a random move of the same size costs only +0.0096, so the physics is worse than noise, and the difference sits in the Type-M zone, so its sign is what I have measured, not its size.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 AMBER relaxation (L39, Adversary L46): vs the built chain +0.0207 [fold CI [+0.0154, +0.0290]], 2.16 x MDE; vs a move of the same size toward a random pool member +0.0385 [[+0.0298, +0.0479]]; vs a random move of the same size +0.0111 [[+0.0062, +0.0171]], 5/5 folds, 1.12 x MDE (Type-M zone: sign measured, magnitude an upper bound). A validity step on 124 of 126; on 2BP4 and 9KAR the relaxation breaks a virtual CA-CA bond and 9KAR does not converge. Physics as a steric reject filter at 1e4 kcal/mol (L43, L54, point cloud): +0.228 A worse than the shipped top-75 (median +0.003: near zero on the median target, the harm is tail-carried; Type-M) and +0.167 vs rejecting the same count at random. A free calibration flag, not a lever, restated per L121 / L123: the pool's own disagreement (the shipped top-75's pairwise CA-RMSD spread, native-free, available before any relaxation runs) predicts the emitted chain's error at Spearman +0.452 partial on n and Rg, fold CI [+0.2799, +0.6093], 5/5 folds; the relaxation's displacement tracks that disagreement at rho 0.76 and adds nothing given it (+0.082, iid CI [-0.1030, +0.2587], permutation p 0.39; `s26/results/a_strain_vs_spread.json`). L53's quartile means by the displacement, [+2.2861, +2.9364, +3.7583, +3.9226] A, stand as a presentable form of the phenomenon; L53's "first native-free quantity above 0.4" and "how far the relaxation moves the chain predicts its error" are retracted (L123).</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C3_AMBER_VS_RANDOM_FOLDS = 5 &lt;- s26/results/ph_c3_stage1.json :: summary/'stage1 AMBER minus matched-magnitude RANDOM (16 draws)'/folds_same_sign</a:t>
            </a:r>
          </a:p>
          <a:p>
            <a:r>
              <a:t>C3_AMBER_VS_RANDOM_X = 1.11923 &lt;- s26/results/ph_c3_stage1.json :: summary/'stage1 AMBER minus matched-magnitude RANDOM (16 draws)'/effect_over_mde</a:t>
            </a:r>
          </a:p>
          <a:p>
            <a:r>
              <a:t>C3_RANDOM_VS_NONE = 0.00961423 &lt;- s26/results/ph_c3_stage1.json :: summary/'stage1 RANDOM minus do-nothing'/effect [displaced built_chain minus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MOVED_GIVEN_SPREAD = 0.0816828 &lt;- s26/results/a_strain_vs_spread.json :: summary/partial_n_rg_spread/moved/rho</a:t>
            </a:r>
          </a:p>
          <a:p>
            <a:r>
              <a:t>MOVED_GIVEN_SPREAD_CI = [-0.10304666054419345, 0.25871978017672176] &lt;- s26/results/a_strain_vs_spread.json :: summary/partial_n_rg_spread/moved/ci_iid</a:t>
            </a:r>
          </a:p>
          <a:p>
            <a:r>
              <a:t>MOVED_GIVEN_SPREAD_P = 0.3895 &lt;- s26/results/a_strain_vs_spread.json :: summary/partial_n_rg_spread/moved/perm_p</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REJECT_R_VS_ANCHOR = 0.227642 &lt;- s26/results/ph_reject_report.json :: report/point_cloud/1e4/R_vs_anchor_all/effect [point_cloud]</a:t>
            </a:r>
          </a:p>
          <a:p>
            <a:r>
              <a:t>REJECT_R_VS_ANCHOR_MEDIAN = 0.00269111 &lt;- s26/results/ph_reject_report.json :: report/point_cloud/1e4/R_vs_anchor_all/median_effect [point_cloud]</a:t>
            </a:r>
          </a:p>
          <a:p>
            <a:r>
              <a:t>REJECT_R_VS_RANDR = 0.167169 &lt;- s26/results/ph_reject_report.json :: report/point_cloud/1e4/R_vs_RANDR_all/effect [point_cloud]</a:t>
            </a:r>
          </a:p>
          <a:p>
            <a:r>
              <a:t>RHO_MOVED_SPREAD = 0.756172 &lt;- s26/results/a_strain_vs_spread.json :: summary/rho_moved_spread</a:t>
            </a:r>
          </a:p>
          <a:p>
            <a:r>
              <a:t>SPREAD_FOLDS = 5 &lt;- s26/results/a_strain_vs_spread.json :: summary/partial_n_rg/spread_mean/folds_same_sign</a:t>
            </a:r>
          </a:p>
          <a:p>
            <a:r>
              <a:t>SPREAD_RHO_PARTIAL = 0.452214 &lt;- s26/results/a_strain_vs_spread.json :: summary/partial_n_rg/spread_mean/rho</a:t>
            </a:r>
          </a:p>
          <a:p>
            <a:r>
              <a:t>SPREAD_RHO_PARTIAL_CI = [0.2799322731165941, 0.6093385774329712] &lt;- s26/results/a_strain_vs_spread.json :: summary/partial_n_rg/spread_mean/ci_fold</a:t>
            </a:r>
          </a:p>
          <a:p>
            <a:r>
              <a:t>STRAIN_QUARTILE_MEANS = [2.286050405639703, 2.936410873698196, 3.758273630199497, 3.92256307751297] &lt;- s26/results/ph_strain.json :: rows[*]/{moved, rmsd_arm}: mean rmsd_arm by quartile of moved (32/32/32/30) [built_chain] (DERIVED)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We tested letting the circuit grow itself. qubit-ADAPT-VQE starts from one layer of single-qubit rotations and adds, one at a time, whichever operator would lower the objective fastest. We ran it on all 126 development peptides with the deployed objective, seed and readout, and compared the built chains pairwise. The answer is no change: -0.014 to -0.022 angstroms, a quarter to a third of what the comparison can resolve, with fold-clustered intervals straddling zero. All 12 variants point the same way, but they are one observation, not twelve, and none clears its bar; the resolution is 0.06 angstroms. Why? At the deployed setting the optimum the circuit is asked to reach is a product state: seven single-qubit rotations represent it exactly, to 0.0002 nats. When ADAPT is offered entangling operators it does append them, on 60 to 78 of the 78 targets, but they are inert: together they lower the objective by less than 0.001 nats, their angles stay below 0.02 radians under L-BFGS, and the state remains a product state to 0.0004 nats. The deployed 21-parameter circuit stops 0.90 nats short of that same optimum, and reaching it exactly moves the emitted structure by those 0.014 to 0.022 angstroms, a third of the resolution. Its Lie algebra is already the full real algebra from depth two: shallowness, not structure. So Proposal A is replaced. The adaptive circuit is a correct, tested tool; it confirmed the diagnosis instead of curing it. What we publish is on the next slide.</a:t>
            </a:r>
          </a:p>
          <a:p/>
          <a:p>
            <a:r>
              <a:t>ALSO (not spoken):</a:t>
            </a:r>
          </a:p>
          <a:p>
            <a:r>
              <a:t>Verdict REPLACE (`s26/PROPOSAL_A.md`, lane Q; L68; accepted by the coordinator in L69, subject to the Adversary's check of L68): the mechanism is absent, not weak. A1 basis: built chain, `rmsd_q_synth` (the production projection of the weighted average over the 128 candidates) on both sides; the deployed selector's arm is 3.2280 A on that basis against the production top-75 arm 3.2148 A, and the whole quantum synthesis is worth +0.0133 A (0.26 x MDE) against the classical arm, so the resolution is about four times the component's own footprint. Primaries (`s26/results/a1_stats.json`): ADAPT 2-local pool minus fixed -0.0138 (SE 0.0210, MDE 0.0588, -0.23 x, fold CI [-0.0705, +0.0442], 58W/68L, 3/5 folds); ADAPT Tang pool minus fixed -0.0222 (SE 0.0217, MDE 0.0608, -0.36 x, fold CI [-0.0854, +0.0424], 61W/65L). All 12 ADAPT arms (two pools, two optimisers, 7 / 14 / 21 parameters) are between -0.0245 and -0.0128 A at 0.21 to 0.40 x MDE; on the selection readout -0.0478 to -0.0385 A at up to 0.47 x MDE with 45 to 59 exact ties (the shape of S25's headline: a direction the instrument cannot size). The twelve arms are one observation, not twelve: their per-target delta vectors correlate at 0.955 on average (min 0.919; Adversary L70 caveat 1). The 21 parameters are a budget: the Adam primaries realise 21 (repeats of one rotation merge), L-BFGS 7 to 21 (L70 caveat 2). Controls: the exact Gibbs state in place of the circuit +0.0088 (0.11 x) overall, -0.0271 on the 78 alpha = 1 targets where it is the optimum and +0.0671 on the 48 alpha = 0.25 targets where it is not (L70 caveat 3); the matched-entropy random Hamiltonian +0.0337 (0.34 x, fold CI [+0.0122, +0.0581], 5/5 folds). Product-state facts from the 126 per-target records (`s26/results/a1/*.json`, no native): KL(Gibbs || product of marginals) mean 1.4e-04, max 7.9e-04; on the 78 alpha = 1 targets the fixed circuit's KL to Gibbs is 0.9027 (max 0.984; S25's 0.902 reproduced) and the 7-parameter RY layer's 1.5e-04 (max 7.9e-04). Growth at alpha = 1, L75's reconciliation of my L73 flag (the two "no operator selected" sentences of L68 and `s26/PROPOSAL_A.md` are retracted there and corrected by an addendum): the growth halts by the eps = 1e-3 gradient criterion on 156 of 156 (pool, target) cells under L-BFGS and at the 21-parameter cap under Adam, but operators ARE appended, on 60 (pool V) and 68 (pool L2) of the 78 targets under L-BFGS, every one a multi-qubit string, and on 78 of 78 under Adam; they are inert: the free energy moves by at most 1.2e-04 nats under L-BFGS and 8.6e-04 under Adam (median -9.4e-06 under L-BFGS), the appended angles stay at or below 0.018 rad under L-BFGS, and the state stays a product state to KL 4.1e-04 (`s26/results/a1/*.json :: adapt/*/sequence, trace, theta; arms/adapt*_P21/kl_to_product`). The ideal-ladder statements of L27 and L35 (nothing appended at alpha = 1) stand: there E is exactly affine and every pool gradient is exactly zero; on a real target tie-averaging leaves a residual gradient just above eps. The A4 figure (slide 8) is lane Q's; the product-circuit reading rests on the adapt sets of `s26/results/q_dla.json` (L47). Slide 9 carries what is published in A's place. L119's bootstrap (`s26/results/q_var_boot.json`, every q_var.json row reproduced at relative 0.0000): the alpha = 0.25 grown-L2 minus fixed slope difference is -0.056, 95% CI [-0.1824, +0.0866] (includes zero, so "decays like the fixed ansatz" now carries a stored interval); the alpha = 1 grown minus fixed differences are +0.23 to +0.72 with every interval excluding zero ("no decay" is measured, not read); the A4 figure on this slide carries those intervals as error bars. A3 (L125, `s26/results/a3_stats.json`, `a3_property.json`): a target-dependent Hamiltonian (the raw standardised score at a per-target temperature matched to the deployed entropy) makes the trained states target-dependent, 124 of 126 distinct against 40 under the deployed rank ladder, and the readout does not notice: +0.0034 A on the built chain, 0.04 x MDE, fold CI [-0.0446, +0.0337].</a:t>
            </a:r>
          </a:p>
          <a:p/>
          <a:p>
            <a:r>
              <a:t>SOURCES (not spoken; token = value &lt;- artefact path [basis]):</a:t>
            </a:r>
          </a:p>
          <a:p>
            <a:r>
              <a:t>A1_APPENDED_ADAM = 78 &lt;- s26/results/a1/*.json :: adapt/{V,L2}_adam_best_zrank/sequence non-empty (count over 78) (DERIVED)</a:t>
            </a:r>
          </a:p>
          <a:p>
            <a:r>
              <a:t>A1_APPENDED_L2_LBFGS = 68 &lt;- s26/results/a1/*.json :: adapt/L2_lbfgs_zrank/sequence non-empty (count over 78) (DERIVED)</a:t>
            </a:r>
          </a:p>
          <a:p>
            <a:r>
              <a:t>A1_APPENDED_V_LBFGS = 60 &lt;- s26/results/a1/*.json :: adapt/V_lbfgs_zrank/sequence non-empty (count over the 78 alpha = 1 targets) (DERIVED)</a:t>
            </a:r>
          </a:p>
          <a:p>
            <a:r>
              <a:t>A1_ARMS_EFF_MAX = -0.0127684 &lt;- s26/results/a1_stats.json :: max effect over the 12 ADAPT arms (built chain) (DERIVED)</a:t>
            </a:r>
          </a:p>
          <a:p>
            <a:r>
              <a:t>A1_ARMS_EFF_MIN = -0.0244505 &lt;- s26/results/a1_stats.json :: min effect over the 12 ADAPT arms (built chain) (DERIVED)</a:t>
            </a:r>
          </a:p>
          <a:p>
            <a:r>
              <a:t>A1_ARMS_X_MAX = 0.398582 &lt;- s26/results/a1_stats.json :: max |effect/MDE| over the 12 ADAPT arms (DERIVED)</a:t>
            </a:r>
          </a:p>
          <a:p>
            <a:r>
              <a:t>A1_ARMS_X_MIN = 0.207095 &lt;- s26/results/a1_stats.json :: min |effect/MDE| over the 12 ADAPT arms (DERIVED)</a:t>
            </a:r>
          </a:p>
          <a:p>
            <a:r>
              <a:t>A1_ARM_CORR_MEAN = 0.955235 &lt;- s26/results/a1/*.json :: label/arms/adapt*/rmsd_q_synth minus fixed, per-target delta vectors: mean pairwise correlation over the 12 arms (DERIVED)</a:t>
            </a:r>
          </a:p>
          <a:p>
            <a:r>
              <a:t>A1_ARM_CORR_MIN = 0.918699 &lt;- s26/results/a1/*.json :: the same, min pairwise correlation (DERIVED)</a:t>
            </a:r>
          </a:p>
          <a:p>
            <a:r>
              <a:t>A1_DF_ABSMAX_ALL = 0.000861746 &lt;- s26/results/a1/*.json :: adapt/*_zrank/trace: F(P = 7) - F(final), max over the 78 and the four arms (DERIVED)</a:t>
            </a:r>
          </a:p>
          <a:p>
            <a:r>
              <a:t>A1_FIXED_MEAN = 3.22805 &lt;- s26/results/a1_stats.json :: means/fixed_zrank_it50/rmsd_q_synth [built_chain (rmsd_q_synth)]</a:t>
            </a:r>
          </a:p>
          <a:p>
            <a:r>
              <a:t>A1_GIBBS_ALPHA025 = 0.067115 &lt;- s26/results/a1/*.json :: the same over the 48 alpha = 0.25 targets (the Gibbs state is not the CVaR optimum there) [built_chain (rmsd_q_synth)] (DERIVED)</a:t>
            </a:r>
          </a:p>
          <a:p>
            <a:r>
              <a:t>A1_GIBBS_ALPHA1 = -0.0270548 &lt;- s26/results/a1/*.json :: label/arms/gibbs_T minus fixed_zrank_it50, rmsd_q_synth, mean over the 78 alpha = 1 targets [built_chain (rmsd_q_synth)] (DERIVED)</a:t>
            </a:r>
          </a:p>
          <a:p>
            <a:r>
              <a:t>A1_GIBBS_EFFECT = 0.00881939 &lt;- s26/results/a1_stats.json :: contrasts/'rmsd_q_synth:gibbs_T-fixed_zrank_it50'/effect [built_chain (rmsd_q_synth)]</a:t>
            </a:r>
          </a:p>
          <a:p>
            <a:r>
              <a:t>A1_GIBBS_X = 0.108017 &lt;- s26/results/a1_stats.json :: contrasts/'rmsd_q_synth:gibbs_T-fixed_zrank_it50'/effect_over_mde</a:t>
            </a:r>
          </a:p>
          <a:p>
            <a:r>
              <a:t>A1_KL_FIXED_MAX = 0.983553 &lt;- s26/results/a1/*.json :: arms/fixed_zrank_it50/kl_to_gibbs (max over the 78) (DERIVED)</a:t>
            </a:r>
          </a:p>
          <a:p>
            <a:r>
              <a:t>A1_KL_FIXED_MEAN = 0.902729 &lt;- s26/results/a1/*.json :: arms/fixed_zrank_it50/kl_to_gibbs (mean over the 78 alpha = 1 targets) (DERIVED)</a:t>
            </a:r>
          </a:p>
          <a:p>
            <a:r>
              <a:t>A1_KL_PRODUCT_MAX = 0.000790053 &lt;- s26/results/a1/*.json :: product_diagnostics/zrank/kl_gibbs_to_product (max over 126) (DERIVED)</a:t>
            </a:r>
          </a:p>
          <a:p>
            <a:r>
              <a:t>A1_KL_PRODUCT_MEAN = 0.000139901 &lt;- s26/results/a1/*.json :: product_diagnostics/zrank/kl_gibbs_to_product (mean over 126) (DERIVED)</a:t>
            </a:r>
          </a:p>
          <a:p>
            <a:r>
              <a:t>A1_KL_RY7_MAX = 0.000792776 &lt;- s26/results/a1/*.json :: arms/adaptV_lbfgs_zrank_P7/kl_to_gibbs (max over the 78) (DERIVED)</a:t>
            </a:r>
          </a:p>
          <a:p>
            <a:r>
              <a:t>A1_KL_RY7_MEAN = 0.000151694 &lt;- s26/results/a1/*.json :: arms/adaptV_lbfgs_zrank_P7/kl_to_gibbs (mean over the 78) (DERIVED)</a:t>
            </a:r>
          </a:p>
          <a:p>
            <a:r>
              <a:t>A1_KL_TO_PRODUCT_MAX = 0.000407255 &lt;- s26/results/a1/*.json :: arms/adapt*_zrank_P21/kl_to_product, max over the 78 alpha = 1 targets and the four (pool, optimiser) arms (DERIVED)</a:t>
            </a:r>
          </a:p>
          <a:p>
            <a:r>
              <a:t>A1_L2_CI = [-0.0705134071560539, 0.044153798708205086] &lt;- s26/results/a1_stats.json :: contrasts/'rmsd_q_synth:adaptL2_adam_best_zrank_P21-fixed_zrank_it50'/ci95_fold</a:t>
            </a:r>
          </a:p>
          <a:p>
            <a:r>
              <a:t>A1_L2_EFFECT = -0.013804 &lt;- s26/results/a1_stats.json :: contrasts/'rmsd_q_synth:adaptL2_adam_best_zrank_P21-fixed_zrank_it50'/effect [built_chain (rmsd_q_synth: the production projection of the weighted average, both sides)]</a:t>
            </a:r>
          </a:p>
          <a:p>
            <a:r>
              <a:t>A1_L2_FOLDS = 3 &lt;- s26/results/a1_stats.json :: contrasts/'rmsd_q_synth:adaptL2_adam_best_zrank_P21-fixed_zrank_it50'/folds_same_sign</a:t>
            </a:r>
          </a:p>
          <a:p>
            <a:r>
              <a:t>A1_L2_L = 68 &lt;- s26/results/a1_stats.json :: contrasts/'rmsd_q_synth:adaptL2_adam_best_zrank_P21-fixed_zrank_it50'/n_worse</a:t>
            </a:r>
          </a:p>
          <a:p>
            <a:r>
              <a:t>A1_L2_MDE = 0.0587997 &lt;- s26/results/a1_stats.json :: contrasts/'rmsd_q_synth:adaptL2_adam_best_zrank_P21-fixed_zrank_it50'/mde</a:t>
            </a:r>
          </a:p>
          <a:p>
            <a:r>
              <a:t>A1_L2_SE = 0.0209879 &lt;- s26/results/a1_stats.json :: contrasts/'rmsd_q_synth:adaptL2_adam_best_zrank_P21-fixed_zrank_it50'/se</a:t>
            </a:r>
          </a:p>
          <a:p>
            <a:r>
              <a:t>A1_L2_W = 58 &lt;- s26/results/a1_stats.json :: contrasts/'rmsd_q_synth:adaptL2_adam_best_zrank_P21-fixed_zrank_it50'/n_better</a:t>
            </a:r>
          </a:p>
          <a:p>
            <a:r>
              <a:t>A1_L2_X = -0.234763 &lt;- s26/results/a1_stats.json :: contrasts/'rmsd_q_synth:adaptL2_adam_best_zrank_P21-fixed_zrank_it50'/effect_over_mde</a:t>
            </a:r>
          </a:p>
          <a:p>
            <a:r>
              <a:t>A1_LBFGS_ANGLE_MAX = 0.01793 &lt;- s26/results/a1/*.json :: adapt/{V,L2}_lbfgs_zrank/theta beyond the first n entries, max |angle| over the 78 (DERIVED)</a:t>
            </a:r>
          </a:p>
          <a:p>
            <a:r>
              <a:t>A1_LBFGS_DF_ABSMAX = 0.000123282 &lt;- s26/results/a1/*.json :: adapt/{V,L2}_lbfgs_zrank/trace: |F(final) - F(P = 7)|, max over 2 x 78 (DERIVED)</a:t>
            </a:r>
          </a:p>
          <a:p>
            <a:r>
              <a:t>A1_LBFGS_DF_MEDIAN = -9.44504e-06 &lt;- s26/results/a1/*.json :: the same, median (DERIVED)</a:t>
            </a:r>
          </a:p>
          <a:p>
            <a:r>
              <a:t>A1_LBFGS_STOP_EPS = 156 &lt;- s26/results/a1/*.json :: adapt/{V,L2}_lbfgs_zrank/stopped == 'eps' (count over 2 x 78) (DERIVED)</a:t>
            </a:r>
          </a:p>
          <a:p>
            <a:r>
              <a:t>A1_N = 126 &lt;- s26/results/a1_stats.json :: n</a:t>
            </a:r>
          </a:p>
          <a:p>
            <a:r>
              <a:t>A1_N_ALPHA025 = 48 &lt;- s26/results/a1/*.json :: alpha == 0.25 (count) (DERIVED)</a:t>
            </a:r>
          </a:p>
          <a:p>
            <a:r>
              <a:t>A1_N_ALPHA1 = 78 &lt;- s26/results/a1/*.json :: alpha == 1.0 (count) (DERIVED)</a:t>
            </a:r>
          </a:p>
          <a:p>
            <a:r>
              <a:t>A1_N_ARMS = 12 &lt;- s26/results/a1_stats.json :: contrasts/'rmsd_q_synth:adapt*' (count) (DERIVED)</a:t>
            </a:r>
          </a:p>
          <a:p>
            <a:r>
              <a:t>A1_N_RECORDS = 126 &lt;- s26/results/a1/&lt;pdb&gt;.json (count) (DERIVED)</a:t>
            </a:r>
          </a:p>
          <a:p>
            <a:r>
              <a:t>A1_P21_ADAM_MIN = 21 &lt;- s26/results/a1/*.json :: arms/adapt*_adam_best_zrank_P21/P_actual (min) (DERIVED)</a:t>
            </a:r>
          </a:p>
          <a:p>
            <a:r>
              <a:t>A1_P21_LBFGS_MAX = 21 &lt;- s26/results/a1/*.json :: arms/adapt*_lbfgs_zrank_P21/P_actual (max) (DERIVED)</a:t>
            </a:r>
          </a:p>
          <a:p>
            <a:r>
              <a:t>A1_P21_LBFGS_MIN = 7 &lt;- s26/results/a1/*.json :: arms/adapt*_lbfgs_zrank_P21/P_actual (min) (DERIVED)</a:t>
            </a:r>
          </a:p>
          <a:p>
            <a:r>
              <a:t>A1_RANDH_CI = [0.01224294278123844, 0.05814894455848459] &lt;- s26/results/a1_stats.json :: contrasts/'rmsd_q_synth:randH_adaptL2-fixed_zrank_it50'/ci95_fold</a:t>
            </a:r>
          </a:p>
          <a:p>
            <a:r>
              <a:t>A1_RANDH_EFFECT = 0.0337001 &lt;- s26/results/a1_stats.json :: contrasts/'rmsd_q_synth:randH_adaptL2-fixed_zrank_it50'/effect [built_chain (rmsd_q_synth)]</a:t>
            </a:r>
          </a:p>
          <a:p>
            <a:r>
              <a:t>A1_RANDH_X = 0.343232 &lt;- s26/results/a1_stats.json :: contrasts/'rmsd_q_synth:randH_adaptL2-fixed_zrank_it50'/effect_over_mde</a:t>
            </a:r>
          </a:p>
          <a:p>
            <a:r>
              <a:t>A1_SEL_EFF_MAX = -0.0384868 &lt;- s26/results/a1_stats.json :: max effect over the 12 ADAPT arms (selection basis) [s8_selection] (DERIVED)</a:t>
            </a:r>
          </a:p>
          <a:p>
            <a:r>
              <a:t>A1_SEL_EFF_MIN = -0.0478116 &lt;- s26/results/a1_stats.json :: min effect over the 12 ADAPT arms (selection basis) [s8_selection] (DERIVED)</a:t>
            </a:r>
          </a:p>
          <a:p>
            <a:r>
              <a:t>A1_SEL_X_MAX = 0.473801 &lt;- s26/results/a1_stats.json :: max |effect/MDE| over the 12 ADAPT arms (selection) (DERIVED)</a:t>
            </a:r>
          </a:p>
          <a:p>
            <a:r>
              <a:t>A1_V_CI = [-0.08536809287906452, 0.04242081658590607] &lt;- s26/results/a1_stats.json :: contrasts/'rmsd_q_synth:adaptV_adam_best_zrank_P21-fixed_zrank_it50'/ci95_fold</a:t>
            </a:r>
          </a:p>
          <a:p>
            <a:r>
              <a:t>A1_V_EFFECT = -0.0221533 &lt;- s26/results/a1_stats.json :: contrasts/'rmsd_q_synth:adaptV_adam_best_zrank_P21-fixed_zrank_it50'/effect [built_chain (rmsd_q_synth: the production projection of the weighted average, both sides)]</a:t>
            </a:r>
          </a:p>
          <a:p>
            <a:r>
              <a:t>A1_V_L = 65 &lt;- s26/results/a1_stats.json :: contrasts/'rmsd_q_synth:adaptV_adam_best_zrank_P21-fixed_zrank_it50'/n_worse</a:t>
            </a:r>
          </a:p>
          <a:p>
            <a:r>
              <a:t>A1_V_MDE = 0.0608073 &lt;- s26/results/a1_stats.json :: contrasts/'rmsd_q_synth:adaptV_adam_best_zrank_P21-fixed_zrank_it50'/mde</a:t>
            </a:r>
          </a:p>
          <a:p>
            <a:r>
              <a:t>A1_V_SE = 0.0217045 &lt;- s26/results/a1_stats.json :: contrasts/'rmsd_q_synth:adaptV_adam_best_zrank_P21-fixed_zrank_it50'/se</a:t>
            </a:r>
          </a:p>
          <a:p>
            <a:r>
              <a:t>A1_V_W = 61 &lt;- s26/results/a1_stats.json :: contrasts/'rmsd_q_synth:adaptV_adam_best_zrank_P21-fixed_zrank_it50'/n_better</a:t>
            </a:r>
          </a:p>
          <a:p>
            <a:r>
              <a:t>A1_V_X = -0.364319 &lt;- s26/results/a1_stats.json :: contrasts/'rmsd_q_synth:adaptV_adam_best_zrank_P21-fixed_zrank_it50'/effect_over_mde</a:t>
            </a:r>
          </a:p>
          <a:p>
            <a:r>
              <a:t>A3_DISTINCT_N = 126 &lt;- s26/results/a3_property.json :: distinct_states/fixed_zraw_Tmatch_it50/*/n_targets (sum) (DERIVED)</a:t>
            </a:r>
          </a:p>
          <a:p>
            <a:r>
              <a:t>A3_DISTINCT_TMATCH = 124 &lt;- s26/results/a3_property.json :: distinct_states/fixed_zraw_Tmatch_it50/*/n_distinct (sum over the two cells) (DERIVED)</a:t>
            </a:r>
          </a:p>
          <a:p>
            <a:r>
              <a:t>A3_DISTINCT_ZRANK = 40 &lt;- s26/results/a3_property.json :: distinct_states/fixed_zrank_it50/*/n_distinct (sum) (DERIVED)</a:t>
            </a:r>
          </a:p>
          <a:p>
            <a:r>
              <a:t>A3_TMATCH_CI = [-0.044567720544638006, 0.033712074154716665] &lt;- s26/results/a3_stats.json :: .../ci95_fold</a:t>
            </a:r>
          </a:p>
          <a:p>
            <a:r>
              <a:t>A3_TMATCH_EFFECT = 0.00337521 &lt;- s26/results/a3_stats.json :: contrasts/'rmsd_q_synth:fixed_zraw_Tmatch_it50-fixed_zrank_it50'/effect [built_chain (rmsd_q_synth)]</a:t>
            </a:r>
          </a:p>
          <a:p>
            <a:r>
              <a:t>A3_TMATCH_X = 0.0441629 &lt;- s26/results/a3_stats.json :: .../'rmsd_q_synth:fixed_zraw_Tmatch_it50-fixed_zrank_it50'/effect_over_mde</a:t>
            </a:r>
          </a:p>
          <a:p>
            <a:r>
              <a:t>A4_BOOT_A1_DIFF_HI = 0.722014 &lt;- s26/results/q_var_boot.json :: the same, ci95[1] (max) (DERIVED)</a:t>
            </a:r>
          </a:p>
          <a:p>
            <a:r>
              <a:t>A4_BOOT_A1_DIFF_LO = 0.231548 &lt;- s26/results/q_var_boot.json :: results/ci/{linear_alpha1_T0,deployed_a1_T03}/{grown_V,grown_L2}/diff_vs_fixed/ci95[0] (min) (DERIVED)</a:t>
            </a:r>
          </a:p>
          <a:p>
            <a:r>
              <a:t>A4_BOOT_L2_A025_DIFF = -0.0563583 &lt;- s26/results/q_var_boot.json :: results/ci/deployed_a025_T03/grown_L2/diff_vs_fixed/point</a:t>
            </a:r>
          </a:p>
          <a:p>
            <a:r>
              <a:t>A4_BOOT_L2_A025_DIFF_CI = [-0.18238797531641576, 0.08659155386171181] &lt;- s26/results/q_var_boot.json :: results/ci/deployed_a025_T03/grown_L2/diff_vs_fixed/ci95</a:t>
            </a:r>
          </a:p>
          <a:p>
            <a:r>
              <a:t>A4_BOOT_REPRO = 0 &lt;- s26/results/q_var_boot.json :: results/repro_worst_rel</a:t>
            </a:r>
          </a:p>
          <a:p>
            <a:r>
              <a:t>ARM_MEAN = 3.21477 &lt;- bench_results/baseline_tuning126.json :: science/rmsd_arm/mean [built_chain]</a:t>
            </a:r>
          </a:p>
          <a:p>
            <a:r>
              <a:t>QSYNTH_VS_ARM = 0.0132835 &lt;- s26/results/q_mde_reference.json :: contrasts/'rmsd_q_synth-rmsd_arm'/effect [built_chain]</a:t>
            </a:r>
          </a:p>
          <a:p>
            <a:r>
              <a:t>QSYNTH_VS_ARM_X = 0.261493 &lt;- s26/results/q_mde_reference.json :: contrasts/'rmsd_q_synth-rmsd_arm'/effect_over_mde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Proposal B wanted to swap our distance prior for a large pretrained folding model. We measured whether that can even run here: it cannot. ESMFold needs about 8.8 gigabytes resident and a GPU-era dependency chain, and this machine had 4.4 gigabytes of headroom and no CUDA. So we measured the part of that idea that does fit. Our prior already reads a 650-million-parameter protein language model; removing it costs 0.21 angstroms on the built chain and 0.33 on selection, five folds out of five. An 8-million-parameter model loses all of that, and two thirds of the selection value sits in the model's contact head. We also asked whether we could tell, without the answer, which targets the pipeline beats a sequence-only predictor on, to route between them. We cannot: a classifier is at chance, and the only predictable thing is how much a constant helix loses, set by how strand-like the retrieved pool is. Our verdict is replace. The replacement is the trainability paper, and it is what we publish: chain geometry fixes which residues a distance can depend on, an exact theorem; that fixes the energy's Pauli spectrum once the raw force field's clash spike is conditioned away; and the spectrum times the circuit's own kernel predicts the measured gradient variance with no free parameter, a median ratio of 0.997 over 104 cells. This sprint added the algebra, the product-state target and the ADAPT null. The one untested input, a larger language model, needs a larger machine.</a:t>
            </a:r>
          </a:p>
          <a:p/>
          <a:p>
            <a:r>
              <a:t>ALSO (not spoken):</a:t>
            </a:r>
          </a:p>
          <a:p>
            <a:r>
              <a:t>Verdict REPLACE, final (`s26/PROPOSAL_B.md`, commit a88ea259; coordinator L117; Adversary L120 STANDS). B1 (L13): "NO"; 8.45 GB of checkpoints not on disk; openfold and omegaconf absent, Python 3.13 vs &lt;= 3.9; 8.76 GB resident against 4.4 GB, fp16 everywhere 7.4. B2, the feasible-scale ladder (L62, L63, L99/L101; every rung through one path, built chain on the rebuild basis 3.2126, L57): noesm +0.208 A (SE 0.073, MDE 0.205, 1.01 x, fold CI [+0.0986, +0.3942], 5/5, 47W/79L; selection +0.330 at 1.27 x, fold CI [+0.2122, +0.4475]); conly +0.122 (0.62 x, fold CI [-0.0350, +0.2674], 4/5; selection +0.112 at 0.42 x); esm8m +0.242 (1.17 x, fold CI [+0.1134, +0.3853], 5/5; selection +0.225 at 0.88 x); the retrained shipped recipe (pca32) is the identity on 126 of 126. Isolations: the contact head alone (conly minus noesm) -0.218 on selection (L63: 1.00x MDE, fold CI [-0.374, -0.037], 4/5) and -0.086 on the built chain; the 8M model minus no ESM +0.034 on the built chain (L99: 0.15x MDE). B3 (L106, L107, `s26/results/p_b3.json`): sign classifier balanced accuracy 0.522 against the sequence-only predictor (permutation null 95th percentile 0.578) and 0.557 against the constant helix (null 0.566); the SIZE of the gain over the helix is partly predictable, held-out R2 0.40, squared-error reduction -1.19 x MDE, fold CI [-1.4948, -0.6998], carried by the pool's strand content (Pearson -0.638 between the top-75 strand fraction and arm minus helix); on the ORACLE stratum FAIL18 the sequence-only predictor wins by +0.463 A and nothing native-free locates it. The two-minute script above is lane P's, with the numbers read from the artefacts. The trainability paper (`s26/PROPOSAL_B_REPLACEMENT.md`, lane Q): C1 locality theorem (`s13/results/qarch_locality_geom.json`); C2 raw AMBER's delta-spike spectrum (`s13/results/walsh_xval.json`); C4 spectrum x kernel, median measured/predicted 0.9969 over 104 cells (`s13/results/geo_pauli.json`); C5 the kernel flat in Pauli weight at depth &gt;= 3 (`s13/results/geo_kernel.json`); C7 the width sweep, slopes -0.649 / -0.252 / -0.047 / -0.311 / -0.243 (`s25/results/q_plateau.json`); C8 the DLA, dim 8,128 = so(128) from depth 2 at n = 7 (`s26/results/q_dla.json`, slide 6); C9 the grown circuits (`s26/results/q_var.json`, slide 8); C10 the optimiser trains and the readout cannot tell, 0.902 nats, 0.24 x MDE (`s25/results/q_gibbs.json`, `q_alpha.json`); C11 the set-equality theorem, 2,592 cells, 0 violations (`s25/results/q_verify.json`); C12 the product-state target, KL to the product of marginals at most 7.9e-04 on 126 targets and the A1 null -0.0222 A at -0.36 x MDE (`s26/results/a1/*.json`, `a1_stats.json`, slide 8). Venue statement: every number is noiseless exact simulation; a submission would add a noise model, width beyond n = 13, a 2-design control, seeds and error bars on every variance. Scope of the checking (L120, L122): the S26 additions are Adversary-checked (A2 L45; A4 L47 with the L119 intervals, the alpha = 0.25 grown minus fixed slope difference -0.056, 95% CI [-0.1824, +0.0866], and the alpha = 1 grown minus fixed differences +0.23 to +0.72 with every interval excluding zero; the product-state fact L70); the S13 inputs (C1, C2, C4, C5 above) are cited from their artefacts without an S26 re-check, and the S13 Pauli mean weights 2.236 / 3.015 are not on any slide. The lost S7 ESM number (-0.288 A, L11) is not on the slide; its re-measurement is C2_NOESM_SEL.</a:t>
            </a:r>
          </a:p>
          <a:p/>
          <a:p>
            <a:r>
              <a:t>SOURCES (not spoken; token = value &lt;- artefact path [basis]):</a:t>
            </a:r>
          </a:p>
          <a:p>
            <a:r>
              <a:t>A1_KL_PRODUCT_MAX = 0.000790053 &lt;- s26/results/a1/*.json :: product_diagnostics/zrank/kl_gibbs_to_product (max over 126) (DERIVED)</a:t>
            </a:r>
          </a:p>
          <a:p>
            <a:r>
              <a:t>A1_N_RECORDS = 126 &lt;- s26/results/a1/&lt;pdb&gt;.json (count) (DERIVED)</a:t>
            </a:r>
          </a:p>
          <a:p>
            <a:r>
              <a:t>A1_V_EFFECT = -0.0221533 &lt;- s26/results/a1_stats.json :: contrasts/'rmsd_q_synth:adaptV_adam_best_zrank_P21-fixed_zrank_it50'/effect [built_chain (rmsd_q_synth: the production projection of the weighted average, both sides)]</a:t>
            </a:r>
          </a:p>
          <a:p>
            <a:r>
              <a:t>A1_V_X = -0.364319 &lt;- s26/results/a1_stats.json :: contrasts/'rmsd_q_synth:adaptV_adam_best_zrank_P21-fixed_zrank_it50'/effect_over_mde</a:t>
            </a:r>
          </a:p>
          <a:p>
            <a:r>
              <a:t>A4_BOOT_A1_DIFF_HI = 0.722014 &lt;- s26/results/q_var_boot.json :: the same, ci95[1] (max) (DERIVED)</a:t>
            </a:r>
          </a:p>
          <a:p>
            <a:r>
              <a:t>A4_BOOT_A1_DIFF_LO = 0.231548 &lt;- s26/results/q_var_boot.json :: results/ci/{linear_alpha1_T0,deployed_a1_T03}/{grown_V,grown_L2}/diff_vs_fixed/ci95[0] (min) (DERIVED)</a:t>
            </a:r>
          </a:p>
          <a:p>
            <a:r>
              <a:t>A4_BOOT_L2_A025_DIFF = -0.0563583 &lt;- s26/results/q_var_boot.json :: results/ci/deployed_a025_T03/grown_L2/diff_vs_fixed/point</a:t>
            </a:r>
          </a:p>
          <a:p>
            <a:r>
              <a:t>A4_BOOT_L2_A025_DIFF_CI = [-0.18238797531641576, 0.08659155386171181] &lt;- s26/results/q_var_boot.json :: results/ci/deployed_a025_T03/grown_L2/diff_vs_fixed/ci95</a:t>
            </a:r>
          </a:p>
          <a:p>
            <a:r>
              <a:t>B1_DOWNLOAD_GB = 8.45 &lt;- s26/results/b1_feasibility.json :: .../download_bytes_http_head/total_GB</a:t>
            </a:r>
          </a:p>
          <a:p>
            <a:r>
              <a:t>B1_FP16_GB = 7.4 &lt;- s26/results/b1_feasibility.json :: .../ram_fp16_GB_parameters_only/total</a:t>
            </a:r>
          </a:p>
          <a:p>
            <a:r>
              <a:t>B1_HEADROOM_GB = 4.4 &lt;- s26/LEDGER.md L13 (governor_state 00:19: 64.8% of 16.75 GB used, ceiling 93%) (LEDGER)</a:t>
            </a:r>
          </a:p>
          <a:p>
            <a:r>
              <a:t>B1_RESIDENT_GB = 8.76 &lt;- s26/results/b1_feasibility.json :: measured_2026-09-13/c_size_and_ram/ram_as_fair_esm_loads_it_GB/total_resident_minimum</a:t>
            </a:r>
          </a:p>
          <a:p>
            <a:r>
              <a:t>B1_VERDICT = NO &lt;- s26/results/b1_feasibility.json :: verdict</a:t>
            </a:r>
          </a:p>
          <a:p>
            <a:r>
              <a:t>B2_CONLY_MINUS_NOESM_ARM = -0.0855745 &lt;- the same on rows[*]/arm [built_chain (rebuild basis)] (DERIVED)</a:t>
            </a:r>
          </a:p>
          <a:p>
            <a:r>
              <a:t>B2_CONLY_MINUS_NOESM_SEL = -0.218274 &lt;- s26/results/p_ladder_conly_s0.json and p_ladder_noesm_s0.json :: rows[*]/sel (paired mean difference) [s8_selection] (DERIVED)</a:t>
            </a:r>
          </a:p>
          <a:p>
            <a:r>
              <a:t>B2_ESM8M_MINUS_NOESM_ARM = 0.0339645 &lt;- s26/results/p_ladder_esm8m_s0.json and p_ladder_noesm_s0.json :: rows[*]/arm (paired mean difference) [built_chain (rebuild basis)] (DERIVED)</a:t>
            </a:r>
          </a:p>
          <a:p>
            <a:r>
              <a:t>B3_BACC_HELIX = 0.556516 &lt;- s26/results/p_b3.json :: vs_helix/balanced_acc</a:t>
            </a:r>
          </a:p>
          <a:p>
            <a:r>
              <a:t>B3_BACC_TORS = 0.521561 &lt;- s26/results/p_b3.json :: vs_tors/balanced_acc</a:t>
            </a:r>
          </a:p>
          <a:p>
            <a:r>
              <a:t>B3_FAIL18_TORS = 0.463126 &lt;- s26/results/p_b3.json :: oracle_stratum_FAIL18/d_tors_FAIL18 [built_chain]</a:t>
            </a:r>
          </a:p>
          <a:p>
            <a:r>
              <a:t>B3_MSE_CI_HELIX = [-1.4948132091199144, -0.6997898256339864] &lt;- s26/results/p_b3.json :: vs_helix/mse_reduction/ci95_fold</a:t>
            </a:r>
          </a:p>
          <a:p>
            <a:r>
              <a:t>B3_MSE_X_HELIX = -1.19373 &lt;- s26/results/p_b3.json :: vs_helix/mse_reduction/effect_over_mde</a:t>
            </a:r>
          </a:p>
          <a:p>
            <a:r>
              <a:t>B3_NULL95_HELIX = 0.566157 &lt;- s26/results/p_b3.json :: vs_helix/null_p95</a:t>
            </a:r>
          </a:p>
          <a:p>
            <a:r>
              <a:t>B3_NULL95_TORS = 0.578151 &lt;- s26/results/p_b3.json :: vs_tors/null_p95</a:t>
            </a:r>
          </a:p>
          <a:p>
            <a:r>
              <a:t>B3_R2_HELIX = 0.404344 &lt;- s26/results/p_b3.json :: vs_helix/heldout_r2</a:t>
            </a:r>
          </a:p>
          <a:p>
            <a:r>
              <a:t>B3_RHO_SSE_HELIX = -0.637705 &lt;- s26/results/p_b3_features.json :: rows[*]/ss_E against (production rmsd_arm minus s14/results/ladder.json :: per_target/L0_constant_helix), Pearson (DERIVED)</a:t>
            </a:r>
          </a:p>
          <a:p>
            <a:r>
              <a:t>C2_ANCHOR_ARM = 3.21263 &lt;- s26/results/p_ladder_report_shipped_s0.json :: arm/mean [built_chain (leaderboard-rebuild basis, L57)]</a:t>
            </a:r>
          </a:p>
          <a:p>
            <a:r>
              <a:t>C2_CONLY_ARM = 0.122273 &lt;- s26/results/p_ladder_report_conly_s0.json :: stats/arm/effect [built_chain (rebuild basis 3.2126, L57)]</a:t>
            </a:r>
          </a:p>
          <a:p>
            <a:r>
              <a:t>C2_CONLY_ARM_CI = [-0.0349670129156046, 0.2674009333267108] &lt;- s26/results/p_ladder_report_conly_s0.json :: stats/arm/ci95_fold</a:t>
            </a:r>
          </a:p>
          <a:p>
            <a:r>
              <a:t>C2_CONLY_ARM_FOLDS = 4 &lt;- s26/results/p_ladder_report_conly_s0.json :: stats/arm/folds_same_sign</a:t>
            </a:r>
          </a:p>
          <a:p>
            <a:r>
              <a:t>C2_CONLY_ARM_X = 0.616581 &lt;- s26/results/p_ladder_report_conly_s0.json :: stats/arm/effect_over_mde</a:t>
            </a:r>
          </a:p>
          <a:p>
            <a:r>
              <a:t>C2_CONLY_SEL = 0.111602 &lt;- s26/results/p_ladder_report_conly_s0.json :: stats/sel/effect [s8_selection]</a:t>
            </a:r>
          </a:p>
          <a:p>
            <a:r>
              <a:t>C2_CONLY_SEL_X = 0.419527 &lt;- s26/results/p_ladder_report_conly_s0.json :: stats/sel/effect_over_mde</a:t>
            </a:r>
          </a:p>
          <a:p>
            <a:r>
              <a:t>C2_ESM8M_ARM = 0.241812 &lt;- s26/results/p_ladder_report_esm8m_s0.json :: stats/arm/effect [built_chain (rebuild basis 3.2126, L57)]</a:t>
            </a:r>
          </a:p>
          <a:p>
            <a:r>
              <a:t>C2_ESM8M_ARM_CI = [0.11339351234211517, 0.3853393140498519] &lt;- s26/results/p_ladder_report_esm8m_s0.json :: stats/arm/ci95_fold</a:t>
            </a:r>
          </a:p>
          <a:p>
            <a:r>
              <a:t>C2_ESM8M_ARM_FOLDS = 5 &lt;- s26/results/p_ladder_report_esm8m_s0.json :: stats/arm/folds_same_sign</a:t>
            </a:r>
          </a:p>
          <a:p>
            <a:r>
              <a:t>C2_ESM8M_ARM_X = 1.16581 &lt;- s26/results/p_ladder_report_esm8m_s0.json :: stats/arm/effect_over_mde</a:t>
            </a:r>
          </a:p>
          <a:p>
            <a:r>
              <a:t>C2_ESM8M_SEL = 0.224616 &lt;- s26/results/p_ladder_report_esm8m_s0.json :: stats/sel/effect [s8_selection]</a:t>
            </a:r>
          </a:p>
          <a:p>
            <a:r>
              <a:t>C2_ESM8M_SEL_X = 0.878594 &lt;- s26/results/p_ladder_report_esm8m_s0.json :: stats/sel/effect_over_mde</a:t>
            </a:r>
          </a:p>
          <a:p>
            <a:r>
              <a:t>C2_NOESM_ARM = 0.207848 &lt;- s26/results/p_ladder_report_noesm_s0.json :: stats/arm/effect [built_chain (rebuild basis 3.2126, L57)]</a:t>
            </a:r>
          </a:p>
          <a:p>
            <a:r>
              <a:t>C2_NOESM_ARM_CI = [0.09855816866912079, 0.39421059397275443] &lt;- s26/results/p_ladder_report_noesm_s0.json :: stats/arm/ci95_fold</a:t>
            </a:r>
          </a:p>
          <a:p>
            <a:r>
              <a:t>C2_NOESM_ARM_FOLDS = 5 &lt;- s26/results/p_ladder_report_noesm_s0.json :: stats/arm/folds_same_sign</a:t>
            </a:r>
          </a:p>
          <a:p>
            <a:r>
              <a:t>C2_NOESM_ARM_L = 79 &lt;- s26/results/p_ladder_report_noesm_s0.json :: stats/arm/n_worse</a:t>
            </a:r>
          </a:p>
          <a:p>
            <a:r>
              <a:t>C2_NOESM_ARM_MDE = 0.205442 &lt;- s26/results/p_ladder_report_noesm_s0.json :: stats/arm/mde</a:t>
            </a:r>
          </a:p>
          <a:p>
            <a:r>
              <a:t>C2_NOESM_ARM_SE = 0.0733301 &lt;- s26/results/p_ladder_report_noesm_s0.json :: stats/arm/se</a:t>
            </a:r>
          </a:p>
          <a:p>
            <a:r>
              <a:t>C2_NOESM_ARM_W = 47 &lt;- s26/results/p_ladder_report_noesm_s0.json :: stats/arm/n_better</a:t>
            </a:r>
          </a:p>
          <a:p>
            <a:r>
              <a:t>C2_NOESM_ARM_X = 1.01171 &lt;- s26/results/p_ladder_report_noesm_s0.json :: stats/arm/effect_over_mde</a:t>
            </a:r>
          </a:p>
          <a:p>
            <a:r>
              <a:t>C2_NOESM_SEL = 0.329877 &lt;- s26/results/p_ladder_report_noesm_s0.json :: stats/sel/effect [s8_selection]</a:t>
            </a:r>
          </a:p>
          <a:p>
            <a:r>
              <a:t>C2_NOESM_SEL_CI = [0.21223500867684683, 0.4475182609425651] &lt;- s26/results/p_ladder_report_noesm_s0.json :: stats/sel/ci95_fold</a:t>
            </a:r>
          </a:p>
          <a:p>
            <a:r>
              <a:t>C2_NOESM_SEL_X = 1.27407 &lt;- s26/results/p_ladder_report_noesm_s0.json :: stats/sel/effect_over_mde</a:t>
            </a:r>
          </a:p>
          <a:p>
            <a:r>
              <a:t>C2_PCA32_ARM_T = 126 &lt;- s26/results/p_ladder_report_pca32_s0.json :: stats/arm/n_tied</a:t>
            </a:r>
          </a:p>
          <a:p>
            <a:r>
              <a:t>DLA_SO128 = 8128 &lt;- s26/results/q_dla.json :: results/fixed/n7_L3/dim_so</a:t>
            </a:r>
          </a:p>
          <a:p>
            <a:r>
              <a:t>PAULI_N_CELLS = 104 &lt;- s13/results/geo_pauli.json :: len(cells)</a:t>
            </a:r>
          </a:p>
          <a:p>
            <a:r>
              <a:t>PAULI_RATIO_LEGACY = 0.996949 &lt;- s13/results/geo_pauli.json :: cells[*]/legacy/ratio_meas_over_pred_exact (median) (DERIVED)</a:t>
            </a:r>
          </a:p>
          <a:p>
            <a:r>
              <a:t>Q_CELLS = 2592 &lt;- s25/results/q_verify.json :: results/n_cells</a:t>
            </a:r>
          </a:p>
          <a:p>
            <a:r>
              <a:t>Q_CIRC_VS_GIBBS_X = 0.239914 &lt;- s25/results/q_alpha.json :: .../'circuit - exact Boltzmann @T=0.3'/eff_over_mde</a:t>
            </a:r>
          </a:p>
          <a:p>
            <a:r>
              <a:t>Q_KL_NATS = 0.901916 &lt;- s25/results/q_gibbs.json :: results/divergence_ladder/[T=0.3]/ladder/'50 Adam steps (DEPLOYED)'/kl_nats</a:t>
            </a:r>
          </a:p>
          <a:p>
            <a:r>
              <a:t>Q_VIOLATIONS = 0 &lt;- s25/results/q_verify.json :: results/'SUBSET-hood violations  &lt;- THE THEOREM'</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Our predictor's accuracy is set by its distance prior, and last sprint we measured that moving that prior 2.2% of the way toward the truth would take us under three angstroms. So this sprint we asked whether any input our machine can compute makes the prior better. We retrained it nine ways: without the language model, with only its contact head, with a smaller language model, with more of its embedding, a bigger network, a triangle-update architecture, and a mix with the retrieval pool's own statistics. First, the retrained recipe reproduces the pipeline exactly on all 126 targets, so every difference is real. Second, the language model is worth 0.21 angstroms on the built chain and 0.33 on selection, five folds out of five, and an 8-million-parameter model carries none of that. Third, nothing beats the shipped prior: every other variant lands within 0.12 angstroms of it, below what 126 targets can resolve. Routing the set size on new features failed again. The physics step is worse than a random move of its own size, so it stays as a validity check only: it turns 34 emissions with a sub-2-angstrom heavy-atom overlap into 1, at a price of 0.021 angstroms of accuracy, 1.3% bond strain, and a broken virtual bond on two targets. Our verdict is keep with edits: the prior is the lever, its derivative is steep, its inputs on this machine are flat, and the honest next step is a language model too large for this box.</a:t>
            </a:r>
          </a:p>
          <a:p/>
          <a:p>
            <a:r>
              <a:t>ALSO (not spoken):</a:t>
            </a:r>
          </a:p>
          <a:p>
            <a:r>
              <a:t>Verdict KEEP WITH EDITS, final (`s26/PROPOSAL_C.md` with addenda 1 and 2, 03:54; coordinator L117; Adversary L120 STANDS). The four edits: (1) C2 "learn a better prior from better inputs" becomes "the prior's inputs are measured out at n = 126": the ESM-2 650M channel is the whole of the channel this instrument can see (+0.208 A built chain, +0.330 A selection, 5/5 folds), and no reduction, expansion, capacity, joint-consistency or pool-histogram variant of it moves the endpoint beyond 0.12 A against MDEs of 0.13 to 0.20 A; the lever that stays open is a larger language model, which does not fit this box (B1). (2) C3 "refine with physics" becomes "keep AMBER as a validity step only". (3) C4 "route the set size and scale" becomes "closed": 12 m* routers on four feature blocks no previous router used, 11 pointing the harmful way, the largest +0.068 A at 0.91 x MDE, none clearing its MDE; 6 s* routers, all with the wrong sign (rho -0.21 to -0.10), costing +0.007 to +0.027 A against s = 1 (`s26/results/p_c4.json`, L110, L115); C5 (predict and subtract the common mode) is CLOSED (`s26/PROPOSAL_C.md` addendum 2, 03:54; ledger L132; `s26/results/p_c5.json` complete = True, 126/126): subtracting a predicted common-mode correction on held-out folds is null to harmful on the built chain (rebuild basis): GLOBAL in the coordinate frame -0.0090 A (-0.23 x MDE, fold CI [-0.0331, +0.0185], NOT MEASURED), GLOBAL in distance space +0.0312 (0.60 x, NOT MEASURED), RIDGE in distance space on 45 native-free features +0.1643 (1.79 x, fold CI [+0.1176, +0.2253], 5/5 folds, WORSE), indistinguishable from a random correction of the same size (+0.1351, 1.33 x); the ORACLE ceilings are -1.875 A (distance space) and -3.129 A (coordinate frame): the common mode is most of the error and nothing native-free touches it (S16, S19 L14, S24 L7 confirmed on the same operator). The raw rung (1280-d input) is NOT RUN: 4 of 5 fold models trained, no evaluation (L133); its inputs are bracketed by the null pca32f and pca128 rungs. (4) "The prior's derivative is steep and the prior's inputs are flat": every achievable rung moves at cosine 0.2 to 0.5 to the native's direction (S25 L12). C1 (L26): closures reproduced, 3.0433 to 3.0258 real vs 2.5342 to 2.1460 leaked; 2.6087 vs 3.4676. C2, all nine evaluated rungs, built chain (rebuild basis 3.2126), effect (x MDE, fold CI, folds): noesm +0.208 (1.01 x, [+0.0986, +0.3942], 5/5, WORSE, Type-M); conly +0.122 (0.62 x, [-0.0350, +0.2674]); esm8m +0.242 (1.17 x, [+0.1134, +0.3853], 5/5, WORSE, Type-M); pca32 identity (126 ties); pca32f +0.018 (0.13 x, [-0.0725, +0.0970]); pca128 +0.076 (0.43 x, [-0.0691, +0.2157]); wide +0.032 (0.25 x, [-0.0300, +0.1279]); pairnet +0.041 (0.30 x, [-0.0442, +0.1143]); mix identity (126 ties, lam* = 0 on 5/5 folds); raw: NOT RUN, 4 of 5 folds trained, not evaluated (L133). No rung is better than the shipped prior on the built chain (False). C3 (L39, L46, L87, L100; `s26/C3_RESULT.md` addenda 1 to 4): AMBER vs the built chain +0.0207 (fold CI [+0.0154, +0.0290], 2.16 x); vs a random move of its own size +0.0111 ([+0.0062, +0.0171], 1.12 x, Type-M: sign measured, size an upper bound; replication +0.0100); vs a same-size move toward a random pool member +0.0385 ([+0.0298, +0.0479]; replication +0.0414); the toward-member control itself improves the chain, -0.0178, replicated at -0.0207 [-0.0250, -0.0166], a statement about the projection's cost (S16 L27), not about physics; ORACLE cosine -0.049. The validity axis (`s26/results/ph_validity.json`, L100): heavy-atom pairs below 2.0 A 0.444 to 0.008 per target (34 targets to 1); closest pair 2.36 to 2.78 A; bond strain 1.3%, angle strain 2.5%, omega non-planarity 6.6 deg; Ramachandran favoured 0.930 to 0.911; 125 of 126 converge below 1000 kcal/mol (9KAR ends at 1262); a validity step on 124 of 126, on 2BP4 and 9KAR it breaks a virtual bond. Stage 2 reduces to stage 1 because the best C2 rung is the shipped prior (L112, addendum 4). The calibration flag, restated per L123: the pool's own disagreement predicts the emitted chain's error (Spearman +0.452 partial on n and Rg, fold CI [+0.2799, +0.6093]); the relaxation's displacement tracks that disagreement at rho 0.76 and adds nothing given it (`s26/results/a_strain_vs_spread.json`); never a selector.</a:t>
            </a:r>
          </a:p>
          <a:p/>
          <a:p>
            <a:r>
              <a:t>SOURCES (not spoken; token = value &lt;- artefact path [basis]):</a:t>
            </a:r>
          </a:p>
          <a:p>
            <a:r>
              <a:t>C1_S12_LEAK_FULL = 2.14595 &lt;- s12/results/agg_dec_v2_oracle.json :: mean_raw [point_cloud (weighted average)]</a:t>
            </a:r>
          </a:p>
          <a:p>
            <a:r>
              <a:t>C1_S12_LEAK_N8 = 2.53424 &lt;- s12/results/agg_dec_v2_oracle_n8.json :: mean_raw [point_cloud (weighted average)]</a:t>
            </a:r>
          </a:p>
          <a:p>
            <a:r>
              <a:t>C1_S12_REAL_FULL = 3.02585 &lt;- s12/results/agg_dec_v2.json :: mean_raw [point_cloud (weighted average)]</a:t>
            </a:r>
          </a:p>
          <a:p>
            <a:r>
              <a:t>C1_S12_REAL_N8 = 3.04334 &lt;- s12/results/agg_dec_v2_n8.json :: mean_raw [point_cloud (weighted average)]</a:t>
            </a:r>
          </a:p>
          <a:p>
            <a:r>
              <a:t>C1_S17_BAND_BEST = 2.60868 &lt;- s17/results/inband.json :: rows[*]/cells/25/band_best (mean over 126) [single_window] (DERIVED)</a:t>
            </a:r>
          </a:p>
          <a:p>
            <a:r>
              <a:t>C1_S17_RAND = 3.46759 &lt;- s17/results/inband.json :: rows[*]/cells/25/rand (mean over 126) [single_window] (DERIVED)</a:t>
            </a:r>
          </a:p>
          <a:p>
            <a:r>
              <a:t>C2_ANCHOR_ARM = 3.21263 &lt;- s26/results/p_ladder_report_shipped_s0.json :: arm/mean [built_chain (leaderboard-rebuild basis, L57)]</a:t>
            </a:r>
          </a:p>
          <a:p>
            <a:r>
              <a:t>C2_ANY_BETTER = False &lt;- s26/results/p_ladder_report_*_s0.json :: stats/arm/effect &lt; 0 for any non-identity rung (DERIVED)</a:t>
            </a:r>
          </a:p>
          <a:p>
            <a:r>
              <a:t>C2_CONLY_ARM = 0.122273 &lt;- s26/results/p_ladder_report_conly_s0.json :: stats/arm/effect [built_chain (rebuild basis 3.2126, L57)]</a:t>
            </a:r>
          </a:p>
          <a:p>
            <a:r>
              <a:t>C2_CONLY_ARM_CI = [-0.0349670129156046, 0.2674009333267108] &lt;- s26/results/p_ladder_report_conly_s0.json :: stats/arm/ci95_fold</a:t>
            </a:r>
          </a:p>
          <a:p>
            <a:r>
              <a:t>C2_CONLY_ARM_X = 0.616581 &lt;- s26/results/p_ladder_report_conly_s0.json :: stats/arm/effect_over_mde</a:t>
            </a:r>
          </a:p>
          <a:p>
            <a:r>
              <a:t>C2_ESM8M_ARM = 0.241812 &lt;- s26/results/p_ladder_report_esm8m_s0.json :: stats/arm/effect [built_chain (rebuild basis 3.2126, L57)]</a:t>
            </a:r>
          </a:p>
          <a:p>
            <a:r>
              <a:t>C2_ESM8M_ARM_CI = [0.11339351234211517, 0.3853393140498519] &lt;- s26/results/p_ladder_report_esm8m_s0.json :: stats/arm/ci95_fold</a:t>
            </a:r>
          </a:p>
          <a:p>
            <a:r>
              <a:t>C2_ESM8M_ARM_FOLDS = 5 &lt;- s26/results/p_ladder_report_esm8m_s0.json :: stats/arm/folds_same_sign</a:t>
            </a:r>
          </a:p>
          <a:p>
            <a:r>
              <a:t>C2_ESM8M_ARM_X = 1.16581 &lt;- s26/results/p_ladder_report_esm8m_s0.json :: stats/arm/effect_over_mde</a:t>
            </a:r>
          </a:p>
          <a:p>
            <a:r>
              <a:t>C2_MIX_ARM_T = 126 &lt;- s26/results/p_ladder_report_mix_s0.json :: stats/arm/n_tied</a:t>
            </a:r>
          </a:p>
          <a:p>
            <a:r>
              <a:t>C2_NOESM_ARM = 0.207848 &lt;- s26/results/p_ladder_report_noesm_s0.json :: stats/arm/effect [built_chain (rebuild basis 3.2126, L57)]</a:t>
            </a:r>
          </a:p>
          <a:p>
            <a:r>
              <a:t>C2_NOESM_ARM_CI = [0.09855816866912079, 0.39421059397275443] &lt;- s26/results/p_ladder_report_noesm_s0.json :: stats/arm/ci95_fold</a:t>
            </a:r>
          </a:p>
          <a:p>
            <a:r>
              <a:t>C2_NOESM_ARM_FOLDS = 5 &lt;- s26/results/p_ladder_report_noesm_s0.json :: stats/arm/folds_same_sign</a:t>
            </a:r>
          </a:p>
          <a:p>
            <a:r>
              <a:t>C2_NOESM_ARM_X = 1.01171 &lt;- s26/results/p_ladder_report_noesm_s0.json :: stats/arm/effect_over_mde</a:t>
            </a:r>
          </a:p>
          <a:p>
            <a:r>
              <a:t>C2_NOESM_SEL = 0.329877 &lt;- s26/results/p_ladder_report_noesm_s0.json :: stats/sel/effect [s8_selection]</a:t>
            </a:r>
          </a:p>
          <a:p>
            <a:r>
              <a:t>C2_NULL_EFF_MAX = 0.122273 &lt;- s26/results/p_ladder_report_*_s0.json :: max stats/arm/effect over the five NOT MEASURED rungs (DERIVED)</a:t>
            </a:r>
          </a:p>
          <a:p>
            <a:r>
              <a:t>C2_NULL_MDE_MAX = 0.198308 &lt;- s26/results/p_ladder_report_*_s0.json :: max stats/arm/mde over the five NOT MEASURED rungs (DERIVED)</a:t>
            </a:r>
          </a:p>
          <a:p>
            <a:r>
              <a:t>C2_NULL_MDE_MIN = 0.128215 &lt;- s26/results/p_ladder_report_*_s0.json :: min stats/arm/mde over the five NOT MEASURED rungs (DERIVED)</a:t>
            </a:r>
          </a:p>
          <a:p>
            <a:r>
              <a:t>C2_PAIRNET_ARM = 0.0407453 &lt;- s26/results/p_ladder_report_pairnet_s0.json :: stats/arm/effect [built_chain (rebuild basis 3.2126, L57)]</a:t>
            </a:r>
          </a:p>
          <a:p>
            <a:r>
              <a:t>C2_PAIRNET_ARM_CI = [-0.044154064624855965, 0.11432472346009627] &lt;- s26/results/p_ladder_report_pairnet_s0.json :: stats/arm/ci95_fold</a:t>
            </a:r>
          </a:p>
          <a:p>
            <a:r>
              <a:t>C2_PAIRNET_ARM_X = 0.29947 &lt;- s26/results/p_ladder_report_pairnet_s0.json :: stats/arm/effect_over_mde</a:t>
            </a:r>
          </a:p>
          <a:p>
            <a:r>
              <a:t>C2_PCA128_ARM = 0.0759011 &lt;- s26/results/p_ladder_report_pca128_s0.json :: stats/arm/effect [built_chain (rebuild basis 3.2126, L57)]</a:t>
            </a:r>
          </a:p>
          <a:p>
            <a:r>
              <a:t>C2_PCA128_ARM_CI = [-0.06906497346184996, 0.21570656332564483] &lt;- s26/results/p_ladder_report_pca128_s0.json :: stats/arm/ci95_fold</a:t>
            </a:r>
          </a:p>
          <a:p>
            <a:r>
              <a:t>C2_PCA128_ARM_X = 0.430162 &lt;- s26/results/p_ladder_report_pca128_s0.json :: stats/arm/effect_over_mde</a:t>
            </a:r>
          </a:p>
          <a:p>
            <a:r>
              <a:t>C2_PCA32F_ARM = 0.0180403 &lt;- s26/results/p_ladder_report_pca32f_s0.json :: stats/arm/effect [built_chain (rebuild basis 3.2126, L57)]</a:t>
            </a:r>
          </a:p>
          <a:p>
            <a:r>
              <a:t>C2_PCA32F_ARM_CI = [-0.07253148114094085, 0.09698364149707508] &lt;- s26/results/p_ladder_report_pca32f_s0.json :: stats/arm/ci95_fold</a:t>
            </a:r>
          </a:p>
          <a:p>
            <a:r>
              <a:t>C2_PCA32F_ARM_X = 0.131152 &lt;- s26/results/p_ladder_report_pca32f_s0.json :: stats/arm/effect_over_mde</a:t>
            </a:r>
          </a:p>
          <a:p>
            <a:r>
              <a:t>C2_PCA32_ARM_T = 126 &lt;- s26/results/p_ladder_report_pca32_s0.json :: stats/arm/n_tied</a:t>
            </a:r>
          </a:p>
          <a:p>
            <a:r>
              <a:t>C2_WIDE_ARM = 0.0317484 &lt;- s26/results/p_ladder_report_wide_s0.json :: stats/arm/effect [built_chain (rebuild basis 3.2126, L57)]</a:t>
            </a:r>
          </a:p>
          <a:p>
            <a:r>
              <a:t>C2_WIDE_ARM_CI = [-0.030001159437642966, 0.12789757478045266] &lt;- s26/results/p_ladder_report_wide_s0.json :: stats/arm/ci95_fold</a:t>
            </a:r>
          </a:p>
          <a:p>
            <a:r>
              <a:t>C2_WIDE_ARM_X = 0.247618 &lt;- s26/results/p_ladder_report_wide_s0.json :: stats/arm/effect_over_mde</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C3_AMBER_VS_RANDOM_X = 1.11923 &lt;- s26/results/ph_c3_stage1.json :: summary/'stage1 AMBER minus matched-magnitude RANDOM (16 draws)'/effect_over_mde</a:t>
            </a:r>
          </a:p>
          <a:p>
            <a:r>
              <a:t>C3_COS = -0.0490645 &lt;- s26/results/ph_c3_stage1.json :: rows[*]/cos_amber (mean) (DERIVED)</a:t>
            </a:r>
          </a:p>
          <a:p>
            <a:r>
              <a:t>C3_E1_MAX = 1262.41 &lt;- s26/results/ph_c3_nativefree.json :: summary/e1_max</a:t>
            </a:r>
          </a:p>
          <a:p>
            <a:r>
              <a:t>C3_MEMBER_VS_NONE = -0.0178189 &lt;- s26/results/ph_c3_stage1.json :: summary/'stage1 TOWARD-MEMBER minus do-nothing'/effect [displaced built_chain minus built_chain]</a:t>
            </a:r>
          </a:p>
          <a:p>
            <a:r>
              <a:t>C3_N_CONVERGED = 125 &lt;- s26/results/ph_c3_nativefree.json :: summary/n_converged_le_1000</a:t>
            </a:r>
          </a:p>
          <a:p>
            <a:r>
              <a:t>C3_REP_AMBER_VS_MEMBER = 0.041383 &lt;- s26/results/ph_c3_stage1_rep.json :: summary/'stage1-REP AMBER minus matched-magnitude TOWARD-MEMBER (16 draws)'/effect [relaxed minus displaced built_chain]</a:t>
            </a:r>
          </a:p>
          <a:p>
            <a:r>
              <a:t>C3_REP_AMBER_VS_RANDOM = 0.009961 &lt;- s26/results/ph_c3_stage1_rep.json :: summary/'stage1-REP AMBER minus matched-magnitude RANDOM (16 draws)'/effect [relaxed minus displaced built_chain]</a:t>
            </a:r>
          </a:p>
          <a:p>
            <a:r>
              <a:t>C3_REP_MEMBER_VS_NONE = -0.0206883 &lt;- s26/results/ph_c3_stage1_rep.json :: summary/'stage1-REP TOWARD-MEMBER minus do-nothing'/effect [displaced built_chain minus built_chain]</a:t>
            </a:r>
          </a:p>
          <a:p>
            <a:r>
              <a:t>C3_REP_MEMBER_VS_NONE_CI = [-0.024979669558754674, -0.016596443287953653] &lt;- s26/results/ph_c3_stage1_rep.json :: .../ci95_fold</a:t>
            </a:r>
          </a:p>
          <a:p>
            <a:r>
              <a:t>C4_M_HARMFUL = 11 &lt;- s26/results/p_c4.json :: m_router/*/*/stats/effect &gt; 0 (count) (DERIVED)</a:t>
            </a:r>
          </a:p>
          <a:p>
            <a:r>
              <a:t>C4_M_MAX_EFF = 0.0684452 &lt;- s26/results/p_c4.json :: max m_router/*/*/stats/effect [point_cloud] (DERIVED)</a:t>
            </a:r>
          </a:p>
          <a:p>
            <a:r>
              <a:t>C4_M_MAX_X = 0.907725 &lt;- s26/results/p_c4.json :: max m_router/*/*/stats/effect_over_mde (DERIVED)</a:t>
            </a:r>
          </a:p>
          <a:p>
            <a:r>
              <a:t>C4_N_M_ROUTERS = 12 &lt;- s26/results/p_c4.json :: m_router/*/* (count) (DERIVED)</a:t>
            </a:r>
          </a:p>
          <a:p>
            <a:r>
              <a:t>C4_N_S_ROUTERS = 6 &lt;- s26/results/p_c4.json :: s_router/* (count) (DERIVED)</a:t>
            </a:r>
          </a:p>
          <a:p>
            <a:r>
              <a:t>C4_S_EFF_MAX = 0.0269996 &lt;- s26/results/p_c4.json :: max s_router/*/stats/effect [point_cloud] (DERIVED)</a:t>
            </a:r>
          </a:p>
          <a:p>
            <a:r>
              <a:t>C4_S_EFF_MIN = 0.00662325 &lt;- s26/results/p_c4.json :: min s_router/*/stats/effect [point_cloud] (DERIVED)</a:t>
            </a:r>
          </a:p>
          <a:p>
            <a:r>
              <a:t>C4_S_RHO_MAX = -0.0958432 &lt;- s26/results/p_c4.json :: max s_router/*/rho_pred_vs_sstar (DERIVED)</a:t>
            </a:r>
          </a:p>
          <a:p>
            <a:r>
              <a:t>C4_S_RHO_MIN = -0.209142 &lt;- s26/results/p_c4.json :: min s_router/*/rho_pred_vs_sstar (DERIVED)</a:t>
            </a:r>
          </a:p>
          <a:p>
            <a:r>
              <a:t>C5_COMPLETE = True &lt;- s26/results/p_c5.json :: complete (absent or false = not a result) (DERIVED)</a:t>
            </a:r>
          </a:p>
          <a:p>
            <a:r>
              <a:t>C5_GLOBAL_R1 = 0.031217 &lt;- s26/results/p_c5.json :: summary/global_R1_a0.5/effect [built_chain (rebuild basis 3.2126)]</a:t>
            </a:r>
          </a:p>
          <a:p>
            <a:r>
              <a:t>C5_GLOBAL_R1_VERDICT = NOT MEASURED &lt;- s26/results/p_c5.json :: summary/global_R1_a0.5/verdict</a:t>
            </a:r>
          </a:p>
          <a:p>
            <a:r>
              <a:t>C5_GLOBAL_R1_X = 0.601462 &lt;- s26/results/p_c5.json :: summary/global_R1_a0.5/effect_over_mde</a:t>
            </a:r>
          </a:p>
          <a:p>
            <a:r>
              <a:t>C5_GLOBAL_R2 = -0.00903203 &lt;- s26/results/p_c5.json :: summary/global_R2_a0.5/effect [built_chain (rebuild basis 3.2126)]</a:t>
            </a:r>
          </a:p>
          <a:p>
            <a:r>
              <a:t>C5_GLOBAL_R2_CI = [-0.03312525896366089, 0.018532209148554846] &lt;- s26/results/p_c5.json :: summary/global_R2_a0.5/ci95_fold</a:t>
            </a:r>
          </a:p>
          <a:p>
            <a:r>
              <a:t>C5_GLOBAL_R2_VERDICT = NOT MEASURED &lt;- s26/results/p_c5.json :: summary/global_R2_a0.5/verdict</a:t>
            </a:r>
          </a:p>
          <a:p>
            <a:r>
              <a:t>C5_GLOBAL_R2_X = -0.230242 &lt;- s26/results/p_c5.json :: summary/global_R2_a0.5/effect_over_mde</a:t>
            </a:r>
          </a:p>
          <a:p>
            <a:r>
              <a:t>C5_ORACLE_R1 = -1.87494 &lt;- s26/results/p_c5.json :: summary/oracle_R1/effect [built_chain (rebuild basis 3.2126)]</a:t>
            </a:r>
          </a:p>
          <a:p>
            <a:r>
              <a:t>C5_ORACLE_R2 = -3.12927 &lt;- s26/results/p_c5.json :: summary/oracle_R2/effect [built_chain (rebuild basis 3.2126)]</a:t>
            </a:r>
          </a:p>
          <a:p>
            <a:r>
              <a:t>C5_RANDOM_R1 = 0.135095 &lt;- s26/results/p_c5.json :: summary/random_R1/effect [built_chain (rebuild basis 3.2126)]</a:t>
            </a:r>
          </a:p>
          <a:p>
            <a:r>
              <a:t>C5_RANDOM_R1_X = 1.32747 &lt;- s26/results/p_c5.json :: summary/random_R1/effect_over_mde</a:t>
            </a:r>
          </a:p>
          <a:p>
            <a:r>
              <a:t>C5_RIDGE_R1 = 0.164312 &lt;- s26/results/p_c5.json :: summary/ridge_R1/effect [built_chain (rebuild basis 3.2126)]</a:t>
            </a:r>
          </a:p>
          <a:p>
            <a:r>
              <a:t>C5_RIDGE_R1_CI = [0.1175672352707539, 0.22529816879162798] &lt;- s26/results/p_c5.json :: summary/ridge_R1/ci95_fold</a:t>
            </a:r>
          </a:p>
          <a:p>
            <a:r>
              <a:t>C5_RIDGE_R1_FOLDS = 5 &lt;- s26/results/p_c5.json :: summary/ridge_R1/folds_same_sign</a:t>
            </a:r>
          </a:p>
          <a:p>
            <a:r>
              <a:t>C5_RIDGE_R1_VERDICT = WORSE &lt;- s26/results/p_c5.json :: summary/ridge_R1/verdict</a:t>
            </a:r>
          </a:p>
          <a:p>
            <a:r>
              <a:t>C5_RIDGE_R1_X = 1.78626 &lt;- s26/results/p_c5.json :: summary/ridge_R1/effect_over_mde</a:t>
            </a:r>
          </a:p>
          <a:p>
            <a:r>
              <a:t>PRIOR_GAMMA_FOR_3A = 0.0224874 &lt;- s24/results/priorladder.json :: linear interpolation on the first rung [point_cloud] (DERIVED)</a:t>
            </a:r>
          </a:p>
          <a:p>
            <a:r>
              <a:t>RAW_FOLDS_TRAINED = 4 &lt;- s26/models/p_ladder/raw_fold*_s0.pt (count at build time) (DERIVED)</a:t>
            </a:r>
          </a:p>
          <a:p>
            <a:r>
              <a:t>RHO_MOVED_SPREAD = 0.756172 &lt;- s26/results/a_strain_vs_spread.json :: summary/rho_moved_spread</a:t>
            </a:r>
          </a:p>
          <a:p>
            <a:r>
              <a:t>SPREAD_RHO_PARTIAL = 0.452214 &lt;- s26/results/a_strain_vs_spread.json :: summary/partial_n_rg/spread_mean/rho</a:t>
            </a:r>
          </a:p>
          <a:p>
            <a:r>
              <a:t>SPREAD_RHO_PARTIAL_CI = [0.2799322731165941, 0.6093385774329712] &lt;- s26/results/a_strain_vs_spread.json :: summary/partial_n_rg/spread_mean/ci_fold</a:t>
            </a:r>
          </a:p>
          <a:p>
            <a:r>
              <a:t>VAL_ANGLE_STRAIN_AFTER = 0.0245666 &lt;- s26/results/ph_validity.json :: summary/angle_strain/after/mean</a:t>
            </a:r>
          </a:p>
          <a:p>
            <a:r>
              <a:t>VAL_BOND_STRAIN_AFTER = 0.012953 &lt;- s26/results/ph_validity.json :: summary/bond_strain/after/mean</a:t>
            </a:r>
          </a:p>
          <a:p>
            <a:r>
              <a:t>VAL_CLASH_AFTER = 0.00793651 &lt;- s26/results/ph_validity.json :: summary/n_clash_2A/after/mean</a:t>
            </a:r>
          </a:p>
          <a:p>
            <a:r>
              <a:t>VAL_CLASH_BEFORE = 0.444444 &lt;- s26/results/ph_validity.json :: summary/n_clash_2A/before/mean</a:t>
            </a:r>
          </a:p>
          <a:p>
            <a:r>
              <a:t>VAL_CLASH_TARGETS_AFTER = 1 &lt;- s26/results/ph_validity.json :: summary/targets_any_clash_2A_after</a:t>
            </a:r>
          </a:p>
          <a:p>
            <a:r>
              <a:t>VAL_CLASH_TARGETS_BEFORE = 34 &lt;- s26/results/ph_validity.json :: summary/targets_any_clash_2A_before</a:t>
            </a:r>
          </a:p>
          <a:p>
            <a:r>
              <a:t>VAL_MINHEAVY_AFTER = 2.78462 &lt;- s26/results/ph_validity.json :: summary/min_heavy/after/mean</a:t>
            </a:r>
          </a:p>
          <a:p>
            <a:r>
              <a:t>VAL_MINHEAVY_BEFORE = 2.36293 &lt;- s26/results/ph_validity.json :: summary/min_heavy/before/mean</a:t>
            </a:r>
          </a:p>
          <a:p>
            <a:r>
              <a:t>VAL_OMEGA_DEV_AFTER = 6.61198 &lt;- s26/results/ph_validity.json :: summary/omega_dev/after/mean</a:t>
            </a:r>
          </a:p>
          <a:p>
            <a:r>
              <a:t>VAL_RAMA_AFTER = 0.911412 &lt;- s26/results/ph_validity.json :: summary/rama_favoured/after/mean</a:t>
            </a:r>
          </a:p>
          <a:p>
            <a:r>
              <a:t>VAL_RAMA_BEFORE = 0.930231 &lt;- s26/results/ph_validity.json :: summary/rama_favoured/before/mean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The line for "which would you do first?", verbatim from the coordinator's ruling (ledger L117, 2026-09-14 02:02; verdicts A REPLACE, B REPLACE, C KEEP WITH EDITS): "If I could do one thing next, I would publish the trainability work first. Every figure in it already exists as a measured artefact, it needs no new machine, and it is the one part of this project whose result is exact and complete. The only open accuracy lever is the distance prior, and the honest next step there is a larger language model than this laptop can hold, so that comes second and needs a bigger machine. I would not spend more time on the circuit for accuracy: we now know why it cannot matter here." ("positive" reads "exact" per the coordinator's L122, accepting the Adversary's L120 caveats.) Why this order (L117, as amended by L122): the paper's inputs are all in hand; its S26 additions are Adversary-checked (A2, L45; A4 with L119's bootstrap intervals, L47; the product-state fact, L70), while its S13 inputs (the locality theorem, `s13/results/qarch_locality_geom.json`; the Pauli-spectrum prediction, `s13/results/walsh_predict.json`, `geo_pauli.json`) are cited from their artefacts without an S26 re-check, and the S13 Pauli mean weights 2.236 / 3.015 stay off every slide; the prior lever is real (-2.15 A per unit gamma, `s24/results/priorladder.json`) but every input this machine can compute is measured flat (nine rungs, none beats the shipped prior, `s26/results/p_ladder_report_*_s0.json`), so it is a resourcing decision; the circuit is closed as an accuracy lever by three independent facts (the product-state optimum, the inert ADAPT growth and the A1 null at -0.36 x MDE, `s26/results/a1_stats.json`; the full DLA, `s26/results/q_dla.json`; the set-equality theorem, `s25/results/q_verify.json`).</a:t>
            </a:r>
          </a:p>
          <a:p/>
          <a:p>
            <a:r>
              <a:t>SOURCES (not spoken; token = value &lt;- artefact path [basis]):</a:t>
            </a:r>
          </a:p>
          <a:p>
            <a:r>
              <a:t>A1_V_X = -0.364319 &lt;- s26/results/a1_stats.json :: contrasts/'rmsd_q_synth:adaptV_adam_best_zrank_P21-fixed_zrank_it50'/effect_over_mde</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costs +0.0207 A against the built chain (2.16 x MDE) and is +0.0111 A worse than a random move of its own size (fold CI [+0.0062, +0.0171], Type-M zone: sign measured, size an upper bound); a validity step on 124 of 126</a:t>
            </a:r>
          </a:p>
          <a:p>
            <a:pPr>
              <a:spcAft>
                <a:spcPts val="300"/>
              </a:spcAft>
            </a:pPr>
            <a:r>
              <a:rPr sz="1250" b="0">
                <a:solidFill>
                  <a:srgbClr val="ECECF0"/>
                </a:solidFill>
                <a:latin typeface="Calibri"/>
              </a:rPr>
              <a:t>• physics as a steric reject filter (1e4 kcal/mol, point cloud): +0.228 A worse than the shipped top-75, median +0.003 (tail-carried; Type-M)</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let the circuit grow (qubit-ADAPT-VQE). Verdict: REPLACE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from s26/PROPOSAL_A.md (lane Q; L68, accepted L69); A1 basis: built chain, rmsd_q_synth on both sides; A4 figure: lane Q, s26/results/q_var.json</a:t>
            </a:r>
          </a:p>
        </p:txBody>
      </p:sp>
      <p:sp>
        <p:nvSpPr>
          <p:cNvPr id="5" name="Rectangle 4"/>
          <p:cNvSpPr/>
          <p:nvPr/>
        </p:nvSpPr>
        <p:spPr>
          <a:xfrm>
            <a:off x="411480" y="1234439"/>
            <a:ext cx="6397871" cy="2697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4_variance_slopes.png"/>
          <p:cNvPicPr>
            <a:picLocks noChangeAspect="1"/>
          </p:cNvPicPr>
          <p:nvPr/>
        </p:nvPicPr>
        <p:blipFill>
          <a:blip r:embed="rId2"/>
          <a:stretch>
            <a:fillRect/>
          </a:stretch>
        </p:blipFill>
        <p:spPr>
          <a:xfrm>
            <a:off x="457200" y="1280160"/>
            <a:ext cx="6306431" cy="2606040"/>
          </a:xfrm>
          <a:prstGeom prst="rect">
            <a:avLst/>
          </a:prstGeom>
        </p:spPr>
      </p:pic>
      <p:sp>
        <p:nvSpPr>
          <p:cNvPr id="7" name="TextBox 6"/>
          <p:cNvSpPr txBox="1"/>
          <p:nvPr/>
        </p:nvSpPr>
        <p:spPr>
          <a:xfrm>
            <a:off x="502920" y="3977639"/>
            <a:ext cx="6263640" cy="2423160"/>
          </a:xfrm>
          <a:prstGeom prst="rect">
            <a:avLst/>
          </a:prstGeom>
          <a:noFill/>
        </p:spPr>
        <p:txBody>
          <a:bodyPr wrap="square">
            <a:spAutoFit/>
          </a:bodyPr>
          <a:lstStyle/>
          <a:p>
            <a:pPr>
              <a:spcAft>
                <a:spcPts val="200"/>
              </a:spcAft>
            </a:pPr>
            <a:r>
              <a:rPr sz="1100" b="1">
                <a:solidFill>
                  <a:srgbClr val="F2A93B"/>
                </a:solidFill>
                <a:latin typeface="Calibri"/>
              </a:rPr>
              <a:t>A1, the endpoint: ADAPT under the same 21-parameter budget (realised 21 by the Adam primaries, 7 to 21 by L-BFGS) vs the deployed fixed circuit, paired on 126 targets</a:t>
            </a:r>
          </a:p>
          <a:p>
            <a:pPr>
              <a:spcAft>
                <a:spcPts val="200"/>
              </a:spcAft>
            </a:pPr>
            <a:r>
              <a:rPr sz="1100" b="0">
                <a:solidFill>
                  <a:srgbClr val="ECECF0"/>
                </a:solidFill>
                <a:latin typeface="Calibri"/>
              </a:rPr>
              <a:t>• 2-local pool: -0.0138 A, SE 0.0210, MDE 0.0588, -0.23 x MDE, fold CI [-0.071, +0.044], 58W/68L</a:t>
            </a:r>
          </a:p>
          <a:p>
            <a:pPr>
              <a:spcAft>
                <a:spcPts val="200"/>
              </a:spcAft>
            </a:pPr>
            <a:r>
              <a:rPr sz="1100" b="0">
                <a:solidFill>
                  <a:srgbClr val="ECECF0"/>
                </a:solidFill>
                <a:latin typeface="Calibri"/>
              </a:rPr>
              <a:t>• Tang pool: -0.0222 A, SE 0.0217, MDE 0.0608, -0.36 x MDE, fold CI [-0.085, +0.042], 61W/65L</a:t>
            </a:r>
          </a:p>
          <a:p>
            <a:pPr>
              <a:spcAft>
                <a:spcPts val="200"/>
              </a:spcAft>
            </a:pPr>
            <a:r>
              <a:rPr sz="1100" b="0">
                <a:solidFill>
                  <a:srgbClr val="ECECF0"/>
                </a:solidFill>
                <a:latin typeface="Calibri"/>
              </a:rPr>
              <a:t>• NOT MEASURED: null at the registered threshold, resolution 0.06 A; all 12 ADAPT arms between -0.024 and -0.013 A at 0.21 to 0.40 x MDE, but one observation, not twelve (their per-target deltas correlate at 0.955; L70)</a:t>
            </a:r>
          </a:p>
          <a:p>
            <a:pPr>
              <a:spcAft>
                <a:spcPts val="200"/>
              </a:spcAft>
            </a:pPr>
            <a:r>
              <a:rPr sz="1100" b="0">
                <a:solidFill>
                  <a:srgbClr val="ECECF0"/>
                </a:solidFill>
                <a:latin typeface="Calibri"/>
              </a:rPr>
              <a:t>• the exact Gibbs state in place of the circuit: +0.0088 A (0.11 x) overall; -0.0271 on the 78 alpha = 1 targets where it is the optimum, +0.0671 on the 48 alpha = 0.25 targets where it is not (L70)</a:t>
            </a:r>
          </a:p>
        </p:txBody>
      </p:sp>
      <p:sp>
        <p:nvSpPr>
          <p:cNvPr id="8" name="TextBox 7"/>
          <p:cNvSpPr txBox="1"/>
          <p:nvPr/>
        </p:nvSpPr>
        <p:spPr>
          <a:xfrm>
            <a:off x="6995160" y="1280160"/>
            <a:ext cx="4800600" cy="5120640"/>
          </a:xfrm>
          <a:prstGeom prst="rect">
            <a:avLst/>
          </a:prstGeom>
          <a:noFill/>
        </p:spPr>
        <p:txBody>
          <a:bodyPr wrap="square">
            <a:spAutoFit/>
          </a:bodyPr>
          <a:lstStyle/>
          <a:p>
            <a:pPr>
              <a:spcAft>
                <a:spcPts val="300"/>
              </a:spcAft>
            </a:pPr>
            <a:r>
              <a:rPr sz="1100" b="1">
                <a:solidFill>
                  <a:srgbClr val="F2A93B"/>
                </a:solidFill>
                <a:latin typeface="Calibri"/>
              </a:rPr>
              <a:t>What the proposal says</a:t>
            </a:r>
          </a:p>
          <a:p>
            <a:pPr>
              <a:spcAft>
                <a:spcPts val="300"/>
              </a:spcAft>
            </a:pPr>
            <a:r>
              <a:rPr sz="1100" b="0">
                <a:solidFill>
                  <a:srgbClr val="ECECF0"/>
                </a:solidFill>
                <a:latin typeface="Calibri"/>
              </a:rPr>
              <a:t>• grow the ansatz one operator at a time on the same CVaR free energy (qubit-ADAPT, pools V and L2); a problem-shaped circuit should represent the trained state better, and a better state a better structure</a:t>
            </a:r>
          </a:p>
          <a:p>
            <a:pPr>
              <a:spcAft>
                <a:spcPts val="300"/>
              </a:spcAft>
            </a:pPr>
            <a:r>
              <a:rPr sz="1100" b="1">
                <a:solidFill>
                  <a:srgbClr val="F2A93B"/>
                </a:solidFill>
                <a:latin typeface="Calibri"/>
              </a:rPr>
              <a:t>What we learned by letting it grow (the diagnosis)</a:t>
            </a:r>
          </a:p>
          <a:p>
            <a:pPr>
              <a:spcAft>
                <a:spcPts val="300"/>
              </a:spcAft>
            </a:pPr>
            <a:r>
              <a:rPr sz="1100" b="0">
                <a:solidFill>
                  <a:srgbClr val="ECECF0"/>
                </a:solidFill>
                <a:latin typeface="Calibri"/>
              </a:rPr>
              <a:t>• the optimum at alpha = 1 is a product state on every target: KL to the product of its marginals at most 7.9e-04 nats over 126 records; 7 rotations reach it to 1.5e-04 nats; the fixed 21-parameter circuit stops 0.90 nats short</a:t>
            </a:r>
          </a:p>
          <a:p>
            <a:pPr>
              <a:spcAft>
                <a:spcPts val="300"/>
              </a:spcAft>
            </a:pPr>
            <a:r>
              <a:rPr sz="1100" b="0">
                <a:solidFill>
                  <a:srgbClr val="ECECF0"/>
                </a:solidFill>
                <a:latin typeface="Calibri"/>
              </a:rPr>
              <a:t>• offered entangling operators, ADAPT does append them, on 60 to 78 of the 78 alpha = 1 targets, but they are inert: at most 8.6e-04 nats of free energy, angles at or below 0.018 rad under L-BFGS, and the state stays a product state to KL 4.1e-04 (L75)</a:t>
            </a:r>
          </a:p>
          <a:p>
            <a:pPr>
              <a:spcAft>
                <a:spcPts val="300"/>
              </a:spcAft>
            </a:pPr>
            <a:r>
              <a:rPr sz="1100" b="0">
                <a:solidFill>
                  <a:srgbClr val="ECECF0"/>
                </a:solidFill>
                <a:latin typeface="Calibri"/>
              </a:rPr>
              <a:t>• the algebra: dim(DLA) = 8,128 = so(128) from depth 2; nothing for an adaptive ansatz to add (A2)</a:t>
            </a:r>
          </a:p>
          <a:p>
            <a:pPr>
              <a:spcAft>
                <a:spcPts val="300"/>
              </a:spcAft>
            </a:pPr>
            <a:r>
              <a:rPr sz="1100" b="0">
                <a:solidFill>
                  <a:srgbClr val="ECECF0"/>
                </a:solidFill>
                <a:latin typeface="Calibri"/>
              </a:rPr>
              <a:t>• grown circuits at alpha = 1 are product circuits whose variance does not decay (A4, left); at alpha = 0.25 the grown circuit decays at -0.302 vs the fixed -0.243 per qubit</a:t>
            </a:r>
          </a:p>
          <a:p>
            <a:pPr>
              <a:spcAft>
                <a:spcPts val="300"/>
              </a:spcAft>
            </a:pPr>
            <a:r>
              <a:rPr sz="1100" b="1">
                <a:solidFill>
                  <a:srgbClr val="ECECF0"/>
                </a:solidFill>
                <a:latin typeface="Calibri"/>
              </a:rPr>
              <a:t>• Verdict: REPLACE. The mechanism is absent, not weak: a better ansatz has nothing to be better at, and the readout cannot see the difference between two well-trained states. What replaces it is the trainability paper (slide 9), with A2, A4 and the product-state result as its Sprint 26 additions.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(verdict REPLACE), and what we publish: the trainability paper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from s26/PROPOSAL_B.md (lane P, final, a88ea259) and s26/PROPOSAL_B_REPLACEMENT.md (lane Q); verdicts L117; C2 basis: built chain, rebuild 3.2126 (L57)</a:t>
            </a:r>
          </a:p>
        </p:txBody>
      </p:sp>
      <p:sp>
        <p:nvSpPr>
          <p:cNvPr id="5" name="TextBox 4"/>
          <p:cNvSpPr txBox="1"/>
          <p:nvPr/>
        </p:nvSpPr>
        <p:spPr>
          <a:xfrm>
            <a:off x="548640" y="1280160"/>
            <a:ext cx="5623560" cy="5120640"/>
          </a:xfrm>
          <a:prstGeom prst="rect">
            <a:avLst/>
          </a:prstGeom>
          <a:noFill/>
        </p:spPr>
        <p:txBody>
          <a:bodyPr wrap="square">
            <a:spAutoFit/>
          </a:bodyPr>
          <a:lstStyle/>
          <a:p>
            <a:pPr>
              <a:spcAft>
                <a:spcPts val="200"/>
              </a:spcAft>
            </a:pPr>
            <a:r>
              <a:rPr sz="1100" b="1">
                <a:solidFill>
                  <a:srgbClr val="F2A93B"/>
                </a:solidFill>
                <a:latin typeface="Calibri"/>
              </a:rPr>
              <a:t>What the proposal says</a:t>
            </a:r>
          </a:p>
          <a:p>
            <a:pPr>
              <a:spcAft>
                <a:spcPts val="200"/>
              </a:spcAft>
            </a:pPr>
            <a:r>
              <a:rPr sz="1100" b="0">
                <a:solidFill>
                  <a:srgbClr val="ECECF0"/>
                </a:solidFill>
                <a:latin typeface="Calibri"/>
              </a:rPr>
              <a:t>• replace or augment the shipped distance prior with the output of a large pretrained folding model; fallback B3: route between the pipeline and a sequence-only predictor if the targets it beats can be recognised without the native</a:t>
            </a:r>
          </a:p>
          <a:p>
            <a:pPr>
              <a:spcAft>
                <a:spcPts val="200"/>
              </a:spcAft>
            </a:pPr>
            <a:r>
              <a:rPr sz="1100" b="1">
                <a:solidFill>
                  <a:srgbClr val="F2A93B"/>
                </a:solidFill>
                <a:latin typeface="Calibri"/>
              </a:rPr>
              <a:t>B1, final: the folding model cannot run here</a:t>
            </a:r>
          </a:p>
          <a:p>
            <a:pPr>
              <a:spcAft>
                <a:spcPts val="200"/>
              </a:spcAft>
            </a:pPr>
            <a:r>
              <a:rPr sz="1100" b="0">
                <a:solidFill>
                  <a:srgbClr val="ECECF0"/>
                </a:solidFill>
                <a:latin typeface="Calibri"/>
              </a:rPr>
              <a:t>• no checkpoint (8.45 GB to download); openfold and omegaconf absent, Python 3.13 vs &lt;= 3.9, CPU-only torch; 8.76 GB resident against 4.4 GB of headroom (fp16 everywhere 7.4 GB)</a:t>
            </a:r>
          </a:p>
          <a:p>
            <a:pPr>
              <a:spcAft>
                <a:spcPts val="200"/>
              </a:spcAft>
            </a:pPr>
            <a:r>
              <a:rPr sz="1100" b="1">
                <a:solidFill>
                  <a:srgbClr val="F2A93B"/>
                </a:solidFill>
                <a:latin typeface="Calibri"/>
              </a:rPr>
              <a:t>B2, final: the feasible-scale ladder (built chain vs the shipped prior)</a:t>
            </a:r>
          </a:p>
          <a:p>
            <a:pPr>
              <a:spcAft>
                <a:spcPts val="200"/>
              </a:spcAft>
            </a:pPr>
            <a:r>
              <a:rPr sz="1100" b="0">
                <a:solidFill>
                  <a:srgbClr val="ECECF0"/>
                </a:solidFill>
                <a:latin typeface="Calibri"/>
              </a:rPr>
              <a:t>• no ESM: +0.208 A (1.01 x MDE, fold CI [+0.099, +0.394], 5/5), selection +0.330: WORSE (Type-M); contact head only +0.122 (0.62 x): NOT MEASURED; 8M model for the 650M: +0.242 (1.17 x, 5/5): WORSE (Type-M)</a:t>
            </a:r>
          </a:p>
          <a:p>
            <a:pPr>
              <a:spcAft>
                <a:spcPts val="200"/>
              </a:spcAft>
            </a:pPr>
            <a:r>
              <a:rPr sz="1100" b="0">
                <a:solidFill>
                  <a:srgbClr val="ECECF0"/>
                </a:solidFill>
                <a:latin typeface="Calibri"/>
              </a:rPr>
              <a:t>• the contact head alone is worth -0.218 A on selection (two thirds of the channel); the 8M model minus no ESM +0.034 A: it carries none of it</a:t>
            </a:r>
          </a:p>
          <a:p>
            <a:pPr>
              <a:spcAft>
                <a:spcPts val="200"/>
              </a:spcAft>
            </a:pPr>
            <a:r>
              <a:rPr sz="1100" b="1">
                <a:solidFill>
                  <a:srgbClr val="F2A93B"/>
                </a:solidFill>
                <a:latin typeface="Calibri"/>
              </a:rPr>
              <a:t>B3, final: the set where the pipeline beats sequence-only is not recognisable native-free</a:t>
            </a:r>
          </a:p>
          <a:p>
            <a:pPr>
              <a:spcAft>
                <a:spcPts val="200"/>
              </a:spcAft>
            </a:pPr>
            <a:r>
              <a:rPr sz="1100" b="0">
                <a:solidFill>
                  <a:srgbClr val="ECECF0"/>
                </a:solidFill>
                <a:latin typeface="Calibri"/>
              </a:rPr>
              <a:t>• sign classifier at chance: balanced accuracy 0.522 / 0.557 vs permutation nulls 0.578 / 0.566; only the SIZE of the gain over a constant helix is predictable (held-out R2 0.40), carried by the pool's strand content (Pearson -0.64)</a:t>
            </a:r>
          </a:p>
          <a:p>
            <a:pPr>
              <a:spcAft>
                <a:spcPts val="200"/>
              </a:spcAft>
            </a:pPr>
            <a:r>
              <a:rPr sz="1100" b="1">
                <a:solidFill>
                  <a:srgbClr val="ECECF0"/>
                </a:solidFill>
                <a:latin typeface="Calibri"/>
              </a:rPr>
              <a:t>• Verdict: REPLACE. The replacement is the trainability paper (right); the one untested input, a larger language model, needs a larger machine.</a:t>
            </a:r>
          </a:p>
        </p:txBody>
      </p:sp>
      <p:sp>
        <p:nvSpPr>
          <p:cNvPr id="6" name="TextBox 5"/>
          <p:cNvSpPr txBox="1"/>
          <p:nvPr/>
        </p:nvSpPr>
        <p:spPr>
          <a:xfrm>
            <a:off x="6355080" y="1280160"/>
            <a:ext cx="5440680" cy="5120640"/>
          </a:xfrm>
          <a:prstGeom prst="rect">
            <a:avLst/>
          </a:prstGeom>
          <a:noFill/>
        </p:spPr>
        <p:txBody>
          <a:bodyPr wrap="square">
            <a:spAutoFit/>
          </a:bodyPr>
          <a:lstStyle/>
          <a:p>
            <a:pPr>
              <a:spcAft>
                <a:spcPts val="200"/>
              </a:spcAft>
            </a:pPr>
            <a:r>
              <a:rPr sz="1100" b="1">
                <a:solidFill>
                  <a:srgbClr val="F2A93B"/>
                </a:solidFill>
                <a:latin typeface="Calibri"/>
              </a:rPr>
              <a:t>What we publish: the trainability paper (in place of A and B)</a:t>
            </a:r>
          </a:p>
          <a:p>
            <a:pPr>
              <a:spcAft>
                <a:spcPts val="200"/>
              </a:spcAft>
            </a:pPr>
            <a:r>
              <a:rPr sz="1100" b="0">
                <a:solidFill>
                  <a:srgbClr val="ECECF0"/>
                </a:solidFill>
                <a:latin typeface="Calibri"/>
              </a:rPr>
              <a:t>• chain geometry fixes which residues a distance term can depend on (exact theorem); that fixes the energy's Pauli spectrum once raw AMBER's clash spike is conditioned away</a:t>
            </a:r>
          </a:p>
          <a:p>
            <a:pPr>
              <a:spcAft>
                <a:spcPts val="200"/>
              </a:spcAft>
            </a:pPr>
            <a:r>
              <a:rPr sz="1100" b="0">
                <a:solidFill>
                  <a:srgbClr val="ECECF0"/>
                </a:solidFill>
                <a:latin typeface="Calibri"/>
              </a:rPr>
              <a:t>• the spectrum times the circuit's own kernel predicts the measured gradient variance with no free parameter: median measured/predicted 0.997 over 104 cells</a:t>
            </a:r>
          </a:p>
          <a:p>
            <a:pPr>
              <a:spcAft>
                <a:spcPts val="200"/>
              </a:spcAft>
            </a:pPr>
            <a:r>
              <a:rPr sz="1100" b="0">
                <a:solidFill>
                  <a:srgbClr val="ECECF0"/>
                </a:solidFill>
                <a:latin typeface="Calibri"/>
              </a:rPr>
              <a:t>• at depth &gt;= 3 the kernel is flat in Pauli weight: the force field's locality is not what limits training; the width is</a:t>
            </a:r>
          </a:p>
          <a:p>
            <a:pPr>
              <a:spcAft>
                <a:spcPts val="200"/>
              </a:spcAft>
            </a:pPr>
            <a:r>
              <a:rPr sz="1100" b="0">
                <a:solidFill>
                  <a:srgbClr val="ECECF0"/>
                </a:solidFill>
                <a:latin typeface="Calibri"/>
              </a:rPr>
              <a:t>• the Lie algebra is the full so(2^n) from depth 2 (dim 8,128 at n = 7): nothing algebraic protects the ansatz at scale; n = 4..13 at depth 3 is the shallow regime</a:t>
            </a:r>
          </a:p>
          <a:p>
            <a:pPr>
              <a:spcAft>
                <a:spcPts val="200"/>
              </a:spcAft>
            </a:pPr>
            <a:r>
              <a:rPr sz="1100" b="0">
                <a:solidFill>
                  <a:srgbClr val="ECECF0"/>
                </a:solidFill>
                <a:latin typeface="Calibri"/>
              </a:rPr>
              <a:t>• Sprint 26 additions (slides 6 and 8): the DLA census; the product-state target (KL to the product of marginals at most 7.9e-04 nats on 126 targets); grown circuits whose gradients do not decay on the ideal ladder (A4); the A1 null (-0.022 A at -0.36 x MDE) with inert growth on the real targets (L75)</a:t>
            </a:r>
          </a:p>
          <a:p>
            <a:pPr>
              <a:spcAft>
                <a:spcPts val="200"/>
              </a:spcAft>
            </a:pPr>
            <a:r>
              <a:rPr sz="1100" b="0">
                <a:solidFill>
                  <a:srgbClr val="ECECF0"/>
                </a:solidFill>
                <a:latin typeface="Calibri"/>
              </a:rPr>
              <a:t>• the optimiser trains (78% to 89% of the gap) and the readout cannot tell (0.24 x MDE); the tail is a subset of the classical prefix (2,592 cells, 0 violations)</a:t>
            </a:r>
          </a:p>
          <a:p>
            <a:pPr>
              <a:spcAft>
                <a:spcPts val="200"/>
              </a:spcAft>
            </a:pPr>
            <a:r>
              <a:rPr sz="1100" b="1">
                <a:solidFill>
                  <a:srgbClr val="F2A93B"/>
                </a:solidFill>
                <a:latin typeface="Calibri"/>
              </a:rPr>
              <a:t>Two claims the paper will not make</a:t>
            </a:r>
          </a:p>
          <a:p>
            <a:pPr>
              <a:spcAft>
                <a:spcPts val="200"/>
              </a:spcAft>
            </a:pPr>
            <a:r>
              <a:rPr sz="1100" b="0">
                <a:solidFill>
                  <a:srgbClr val="ECECF0"/>
                </a:solidFill>
                <a:latin typeface="Calibri"/>
              </a:rPr>
              <a:t>• a quantum advantage (7 qubits, exact simulation, selection classical by theorem, a product-state target)</a:t>
            </a:r>
          </a:p>
          <a:p>
            <a:pPr>
              <a:spcAft>
                <a:spcPts val="200"/>
              </a:spcAft>
            </a:pPr>
            <a:r>
              <a:rPr sz="1100" b="0">
                <a:solidFill>
                  <a:srgbClr val="ECECF0"/>
                </a:solidFill>
                <a:latin typeface="Calibri"/>
              </a:rPr>
              <a:t>• a barren plateau from a small gradient; 'no plateau' is said only as 'at n &lt;= 13, depth 3, this ansatz'</a:t>
            </a:r>
          </a:p>
          <a:p>
            <a:pPr>
              <a:spcAft>
                <a:spcPts val="200"/>
              </a:spcAft>
            </a:pPr>
            <a:r>
              <a:rPr sz="1100" b="0">
                <a:solidFill>
                  <a:srgbClr val="A8A8B6"/>
                </a:solidFill>
                <a:latin typeface="Calibri"/>
              </a:rPr>
              <a:t>• Venue: noiseless exact simulation throughout; a submission adds a noise model, width beyond 13, a 2-design control, error bars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(verdict KEEP WITH EDITS): learn a better prior; physics for validity only</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from s26/PROPOSAL_C.md (lane P, with addenda 1 and 2) and s26/C3_RESULT.md addenda 1 to 4 (lane PH); verdicts L117 / L120; C5 L132; C2 basis: built chain, rebuild 3.2126 (L57)</a:t>
            </a:r>
          </a:p>
        </p:txBody>
      </p:sp>
      <p:sp>
        <p:nvSpPr>
          <p:cNvPr id="5" name="TextBox 4"/>
          <p:cNvSpPr txBox="1"/>
          <p:nvPr/>
        </p:nvSpPr>
        <p:spPr>
          <a:xfrm>
            <a:off x="548640" y="1280160"/>
            <a:ext cx="5760720" cy="5120640"/>
          </a:xfrm>
          <a:prstGeom prst="rect">
            <a:avLst/>
          </a:prstGeom>
          <a:noFill/>
        </p:spPr>
        <p:txBody>
          <a:bodyPr wrap="square">
            <a:spAutoFit/>
          </a:bodyPr>
          <a:lstStyle/>
          <a:p>
            <a:pPr>
              <a:spcAft>
                <a:spcPts val="200"/>
              </a:spcAft>
            </a:pPr>
            <a:r>
              <a:rPr sz="1050" b="1">
                <a:solidFill>
                  <a:srgbClr val="F2A93B"/>
                </a:solidFill>
                <a:latin typeface="Calibri"/>
              </a:rPr>
              <a:t>What the proposal says, and the four edits</a:t>
            </a:r>
          </a:p>
          <a:p>
            <a:pPr>
              <a:spcAft>
                <a:spcPts val="200"/>
              </a:spcAft>
            </a:pPr>
            <a:r>
              <a:rPr sz="1050" b="0">
                <a:solidFill>
                  <a:srgbClr val="ECECF0"/>
                </a:solidFill>
                <a:latin typeface="Calibri"/>
              </a:rPr>
              <a:t>• the prior bounds the accuracy; the premise is right and the four items are wrong as stated: learn a better PRIOR, not a ranker; AMBER for validity only; the routers are closed; C5 (predict and subtract the common mode) is closed at one agent-day: null (GLOBAL -0.009 / +0.031 A) to harmful (RIDGE +0.164 A, 1.79 x MDE, 5/5 folds), ORACLE ceilings -1.87 / -3.13 A</a:t>
            </a:r>
          </a:p>
          <a:p>
            <a:pPr>
              <a:spcAft>
                <a:spcPts val="200"/>
              </a:spcAft>
            </a:pPr>
            <a:r>
              <a:rPr sz="1050" b="1">
                <a:solidFill>
                  <a:srgbClr val="F2A93B"/>
                </a:solidFill>
                <a:latin typeface="Calibri"/>
              </a:rPr>
              <a:t>C1, final: the closures reproduce to the third decimal</a:t>
            </a:r>
          </a:p>
          <a:p>
            <a:pPr>
              <a:spcAft>
                <a:spcPts val="200"/>
              </a:spcAft>
            </a:pPr>
            <a:r>
              <a:rPr sz="1050" b="0">
                <a:solidFill>
                  <a:srgbClr val="ECECF0"/>
                </a:solidFill>
                <a:latin typeface="Calibri"/>
              </a:rPr>
              <a:t>• set-transformer ranker 3.043 to 3.026 A real vs 2.534 to 2.146 with a leaked label; perfect ranker in the top-25 2.609 vs random 3.468</a:t>
            </a:r>
          </a:p>
          <a:p>
            <a:pPr>
              <a:spcAft>
                <a:spcPts val="200"/>
              </a:spcAft>
            </a:pPr>
            <a:r>
              <a:rPr sz="1050" b="1">
                <a:solidFill>
                  <a:srgbClr val="F2A93B"/>
                </a:solidFill>
                <a:latin typeface="Calibri"/>
              </a:rPr>
              <a:t>C2, final: nine rungs of prior inputs, none beats the shipped prior</a:t>
            </a:r>
          </a:p>
          <a:p>
            <a:pPr>
              <a:spcAft>
                <a:spcPts val="200"/>
              </a:spcAft>
            </a:pPr>
            <a:r>
              <a:rPr sz="1050" b="0">
                <a:solidFill>
                  <a:srgbClr val="ECECF0"/>
                </a:solidFill>
                <a:latin typeface="Calibri"/>
              </a:rPr>
              <a:t>• the retrained shipped recipe reproduces the pipeline on 126/126 targets; removing the ESM-2 650M channel costs +0.208 A built chain / +0.330 A selection (5/5 folds); an 8M model carries none of it (+0.242 A)</a:t>
            </a:r>
          </a:p>
          <a:p>
            <a:pPr>
              <a:spcAft>
                <a:spcPts val="200"/>
              </a:spcAft>
            </a:pPr>
            <a:r>
              <a:rPr sz="1050" b="0">
                <a:solidFill>
                  <a:srgbClr val="ECECF0"/>
                </a:solidFill>
                <a:latin typeface="Calibri"/>
              </a:rPr>
              <a:t>• every other variant (contact head only, per-fold PCA 32 / 128, 2.7x capacity, triangle update, pool-histogram mix) lands within +0.018 to +0.122 A of the shipped prior, under MDEs of 0.13 to 0.20 A; the mix rung chooses lam = 0 on 5/5 folds; raw: not run (4 of 5 folds trained, no evaluation)</a:t>
            </a:r>
          </a:p>
          <a:p>
            <a:pPr>
              <a:spcAft>
                <a:spcPts val="200"/>
              </a:spcAft>
            </a:pPr>
            <a:r>
              <a:rPr sz="1050" b="1">
                <a:solidFill>
                  <a:srgbClr val="F2A93B"/>
                </a:solidFill>
                <a:latin typeface="Calibri"/>
              </a:rPr>
              <a:t>C4, final: routers closed for the seventh and eighth time</a:t>
            </a:r>
          </a:p>
          <a:p>
            <a:pPr>
              <a:spcAft>
                <a:spcPts val="200"/>
              </a:spcAft>
            </a:pPr>
            <a:r>
              <a:rPr sz="1050" b="0">
                <a:solidFill>
                  <a:srgbClr val="ECECF0"/>
                </a:solidFill>
                <a:latin typeface="Calibri"/>
              </a:rPr>
              <a:t>• 12 m* routers on four new feature blocks: 11 harmful, largest +0.068 A (0.91 x MDE), none clears its MDE; 6 s* routers all with the wrong sign (rho -0.21 to -0.10), costing +0.007 to +0.027 A (point cloud)</a:t>
            </a:r>
          </a:p>
        </p:txBody>
      </p:sp>
      <p:sp>
        <p:nvSpPr>
          <p:cNvPr id="6" name="TextBox 5"/>
          <p:cNvSpPr txBox="1"/>
          <p:nvPr/>
        </p:nvSpPr>
        <p:spPr>
          <a:xfrm>
            <a:off x="6492240" y="1280160"/>
            <a:ext cx="5303520" cy="5120640"/>
          </a:xfrm>
          <a:prstGeom prst="rect">
            <a:avLst/>
          </a:prstGeom>
          <a:noFill/>
        </p:spPr>
        <p:txBody>
          <a:bodyPr wrap="square">
            <a:spAutoFit/>
          </a:bodyPr>
          <a:lstStyle/>
          <a:p>
            <a:pPr>
              <a:spcAft>
                <a:spcPts val="200"/>
              </a:spcAft>
            </a:pPr>
            <a:r>
              <a:rPr sz="1050" b="1">
                <a:solidFill>
                  <a:srgbClr val="F2A93B"/>
                </a:solidFill>
                <a:latin typeface="Calibri"/>
              </a:rPr>
              <a:t>C3, final: refine-with-physics is a validity step, not an accuracy step</a:t>
            </a:r>
          </a:p>
          <a:p>
            <a:pPr>
              <a:spcAft>
                <a:spcPts val="200"/>
              </a:spcAft>
            </a:pPr>
            <a:r>
              <a:rPr sz="1050" b="0">
                <a:solidFill>
                  <a:srgbClr val="ECECF0"/>
                </a:solidFill>
                <a:latin typeface="Calibri"/>
              </a:rPr>
              <a:t>• the production relaxation moves the built chain 0.220 A and costs +0.0207 A (fold CI [+0.0154, +0.0290], 2.16 x MDE); a random move of the same size costs +0.0096; AMBER minus random +0.0111 (5/5 folds, 1.12 x MDE: Type-M, sign measured, size an upper bound; replicated +0.0100)</a:t>
            </a:r>
          </a:p>
          <a:p>
            <a:pPr>
              <a:spcAft>
                <a:spcPts val="200"/>
              </a:spcAft>
            </a:pPr>
            <a:r>
              <a:rPr sz="1050" b="0">
                <a:solidFill>
                  <a:srgbClr val="ECECF0"/>
                </a:solidFill>
                <a:latin typeface="Calibri"/>
              </a:rPr>
              <a:t>• AMBER minus a same-size move toward a random pool member +0.0385 A (2.27 x); that zero-information move itself improves the chain by -0.0207 A (replicated): the projection's cost, not physics</a:t>
            </a:r>
          </a:p>
          <a:p>
            <a:pPr>
              <a:spcAft>
                <a:spcPts val="200"/>
              </a:spcAft>
            </a:pPr>
            <a:r>
              <a:rPr sz="1050" b="0">
                <a:solidFill>
                  <a:srgbClr val="ECECF0"/>
                </a:solidFill>
                <a:latin typeface="Calibri"/>
              </a:rPr>
              <a:t>• what validity buys (s26/results/ph_validity.json): emissions with a sub-2 A heavy-atom overlap 34 to 1; closest heavy-atom pair 2.36 to 2.78 A; 125 of 126 energies converge below 1000 kcal/mol; at the price of 1.3% bond and 2.5% angle strain, 6.6 deg of peptide-bond non-planarity, and a broken virtual bond on 2BP4 and 9KAR: a validity step on 124 of 126</a:t>
            </a:r>
          </a:p>
          <a:p>
            <a:pPr>
              <a:spcAft>
                <a:spcPts val="200"/>
              </a:spcAft>
            </a:pPr>
            <a:r>
              <a:rPr sz="1050" b="0">
                <a:solidFill>
                  <a:srgbClr val="ECECF0"/>
                </a:solidFill>
                <a:latin typeface="Calibri"/>
              </a:rPr>
              <a:t>• stage 2 reduces to stage 1: the best C2 rung is the shipped prior, so the delivered chains are the production emission (L112)</a:t>
            </a:r>
          </a:p>
          <a:p>
            <a:pPr>
              <a:spcAft>
                <a:spcPts val="200"/>
              </a:spcAft>
            </a:pPr>
            <a:r>
              <a:rPr sz="1050" b="1">
                <a:solidFill>
                  <a:srgbClr val="ECECF0"/>
                </a:solidFill>
                <a:latin typeface="Calibri"/>
              </a:rPr>
              <a:t>• Verdict: KEEP WITH EDITS. The prior is the lever; its derivative is steep and its inputs on this machine are flat; the honest next step is a language model too large for this box.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the coordinator's ruling, ledger L117, verbatim</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